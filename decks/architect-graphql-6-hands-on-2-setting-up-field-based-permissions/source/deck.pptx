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Inter"/>
      <p:regular r:id="rId8"/>
      <p:bold r:id="rId9"/>
      <p:italic r:id="rId10"/>
      <p:boldItalic r:id="rId11"/>
    </p:embeddedFont>
    <p:embeddedFont>
      <p:font typeface="Open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Italic.fntdata"/><Relationship Id="rId10" Type="http://schemas.openxmlformats.org/officeDocument/2006/relationships/font" Target="fonts/Inter-italic.fntdata"/><Relationship Id="rId13" Type="http://schemas.openxmlformats.org/officeDocument/2006/relationships/font" Target="fonts/OpenSans-bold.fntdata"/><Relationship Id="rId12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bold.fntdata"/><Relationship Id="rId15" Type="http://schemas.openxmlformats.org/officeDocument/2006/relationships/font" Target="fonts/OpenSans-boldItalic.fntdata"/><Relationship Id="rId14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fdf3787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fdf3787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fdf3787c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fdf3787c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query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countries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code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name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emoji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438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4075518" y="983572"/>
            <a:ext cx="957345" cy="769216"/>
            <a:chOff x="4572000" y="1770575"/>
            <a:chExt cx="1564800" cy="1257300"/>
          </a:xfrm>
        </p:grpSpPr>
        <p:sp>
          <p:nvSpPr>
            <p:cNvPr id="55" name="Google Shape;55;p13"/>
            <p:cNvSpPr/>
            <p:nvPr/>
          </p:nvSpPr>
          <p:spPr>
            <a:xfrm flipH="1">
              <a:off x="4572000" y="1770575"/>
              <a:ext cx="685800" cy="12573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rgbClr val="21E9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 flipH="1">
              <a:off x="5451000" y="1770575"/>
              <a:ext cx="685800" cy="12573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rgbClr val="21E9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13"/>
          <p:cNvSpPr txBox="1"/>
          <p:nvPr/>
        </p:nvSpPr>
        <p:spPr>
          <a:xfrm>
            <a:off x="734438" y="2038438"/>
            <a:ext cx="7707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Hands-On</a:t>
            </a:r>
            <a:endParaRPr b="1"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01963" y="2720988"/>
            <a:ext cx="7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20EDBA"/>
                </a:solidFill>
                <a:latin typeface="Open Sans"/>
                <a:ea typeface="Open Sans"/>
                <a:cs typeface="Open Sans"/>
                <a:sym typeface="Open Sans"/>
              </a:rPr>
              <a:t>Setting Up Field Based Permissions</a:t>
            </a:r>
            <a:endParaRPr sz="1200"/>
          </a:p>
        </p:txBody>
      </p:sp>
      <p:sp>
        <p:nvSpPr>
          <p:cNvPr id="59" name="Google Shape;59;p1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720000" y="1154200"/>
            <a:ext cx="4726200" cy="30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Create a policy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AutoNum type="arabicPeriod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Create an API Key with policy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AutoNum type="arabicPeriod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Set up blocklist on the </a:t>
            </a: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Country</a:t>
            </a: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Type field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AutoNum type="arabicPeriod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Use the Playground and add the header as a json: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“Authorization”: “API-KEY”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AutoNum type="arabicPeriod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Make the query: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720000" y="309475"/>
            <a:ext cx="7023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Setting Up Field Based Permissions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5498225" y="1231100"/>
            <a:ext cx="3453600" cy="2837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query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countries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code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name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emoji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