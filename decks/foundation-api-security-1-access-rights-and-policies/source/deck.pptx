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Open Sans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.fntdata"/><Relationship Id="rId11" Type="http://schemas.openxmlformats.org/officeDocument/2006/relationships/slide" Target="slides/slide6.xml"/><Relationship Id="rId22" Type="http://schemas.openxmlformats.org/officeDocument/2006/relationships/font" Target="fonts/OpenSansSemiBold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SemiBold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19f8548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19f8548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85d2f8a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85d2f8a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85d2f8a8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85d2f8a8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Without Access Rights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Everyone (all users) can access the API freely.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 light means there's no restriction, which matches reality when access rights are not enforced.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Implication: This can lead to unauthorized usage, abuse, or security issues.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5d2f8a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85d2f8a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Tyk </a:t>
            </a:r>
            <a:r>
              <a:rPr lang="en-GB"/>
              <a:t>sits in front of your APIs and enforces access control. For each incoming request, it checks: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key validity and whether that key is able to access the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both are true, the request is passed through. If not, it is denied.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f17e0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f17e0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f17e0f23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f17e0f23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f17e0f2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f17e0f2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85d2f8a8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85d2f8a8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 Rights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38950" y="2246175"/>
            <a:ext cx="56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Tyk, Access rights control what APIs a client can use.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are Access Rights in Tyk?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69950" y="14430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is an enterprise-grade API Gateway that controls authentication, authorization, and traffic governance.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enforces these rules through: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Rights (per-client permissions)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(centralized templates for rate limits, quotas, and scopes)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720000" y="157075"/>
            <a:ext cx="7842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an API Client Is Allowed to Access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869950" y="15192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Every API client (like a user, application, or service) is associated with an API Key or token. That key defines the client’s Access Rights — a list of APIs and API versions it is allowed to call.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can explicitly allow specific APIs or versions.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do not need to define what is denied — if an API isn’t listed, access is automatically blocked.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client tries to access an unauthorized API, the Tyk Gateway will reject the request with a 403 Forbidden error.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affic light with green signal isolated on white background (provided by Getty Images)"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813" y="1231377"/>
            <a:ext cx="1914574" cy="19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720000" y="808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Without </a:t>
            </a: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975" y="1999737"/>
            <a:ext cx="1606827" cy="1601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/>
          <p:nvPr/>
        </p:nvCxnSpPr>
        <p:spPr>
          <a:xfrm rot="10800000">
            <a:off x="2662750" y="2862850"/>
            <a:ext cx="2252700" cy="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0261" y="1804291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6173" y="3449963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4134" y="2267459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2201" y="2683452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2210" y="3095398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3783" y="1161725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2422" y="2399228"/>
            <a:ext cx="816778" cy="81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 with Tyk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75" y="1731637"/>
            <a:ext cx="1606827" cy="160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7812" y="1731643"/>
            <a:ext cx="1606827" cy="1601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5386" y="1813666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1298" y="3459338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9259" y="2276834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7326" y="2692827"/>
            <a:ext cx="769202" cy="766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7335" y="3104773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8908" y="1171100"/>
            <a:ext cx="816778" cy="81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7547" y="2408603"/>
            <a:ext cx="816778" cy="8139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8"/>
          <p:cNvCxnSpPr/>
          <p:nvPr/>
        </p:nvCxnSpPr>
        <p:spPr>
          <a:xfrm flipH="1">
            <a:off x="5171500" y="2567075"/>
            <a:ext cx="8433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8"/>
          <p:cNvSpPr txBox="1"/>
          <p:nvPr/>
        </p:nvSpPr>
        <p:spPr>
          <a:xfrm>
            <a:off x="2404775" y="3435650"/>
            <a:ext cx="34851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API Key valid?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en-GB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Does this key have access to the API?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 flipH="1">
            <a:off x="1939250" y="2527600"/>
            <a:ext cx="843300" cy="9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Define Access Rights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869950" y="1214450"/>
            <a:ext cx="45204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 rights are configured in both API Key and Policy objects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by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access_rights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property: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Contains a list of APIs which are allowed to be accessed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API entry contains a list of versions which are allowed to be accessed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When new versions of an API are created, they are not automatically added to access rights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4">
            <a:alphaModFix/>
          </a:blip>
          <a:srcRect b="60673" l="0" r="0" t="21936"/>
          <a:stretch/>
        </p:blipFill>
        <p:spPr>
          <a:xfrm>
            <a:off x="5845275" y="1856875"/>
            <a:ext cx="2860425" cy="109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720000" y="157075"/>
            <a:ext cx="7842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Rights: Path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869950" y="12144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Path-based permissions provide additional granular control of API access, based on HTTP methods and paths: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as the HTTP methods allowed for a path e.g.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/hello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Paths and methods act as an allow list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APIs must be selected in Access Rights to enable path-based permissions to be defined for them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381550" y="157075"/>
            <a:ext cx="8181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Access Rights: Path-Based Permissions Enforcement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869950" y="14430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Enforcement is based on the permissions granted to the API client: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requested API, HTTP method and path combination is not found in the path-based permissions then the request is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/profile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allows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requests, any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requests for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/profile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are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clients which fail the path-based permissions check will be blocked: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 status code: 403 Forbidden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720000" y="157075"/>
            <a:ext cx="7833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Policies: Reusable Access Templates</a:t>
            </a:r>
            <a:endParaRPr b="1" sz="3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890050" y="1302275"/>
            <a:ext cx="7064100" cy="30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Rather than configuring access rights for every single API Key, Tyk lets you define Policies that group: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Which APIs (and versions) can be accessed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Quotas or usage limits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Rate limiting rules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Expiry rules or custom metadata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You assign policies to API keys, OAuth clients, or JWT tokens — making it easy to manage consistent access rules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