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Inter Light"/>
      <p:regular r:id="rId9"/>
      <p:bold r:id="rId10"/>
      <p:italic r:id="rId11"/>
      <p:boldItalic r:id="rId12"/>
    </p:embeddedFont>
    <p:embeddedFont>
      <p:font typeface="Roboto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Open Sans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font" Target="fonts/InterLight-italic.fntdata"/><Relationship Id="rId22" Type="http://schemas.openxmlformats.org/officeDocument/2006/relationships/font" Target="fonts/OpenSansSemiBold-bold.fntdata"/><Relationship Id="rId10" Type="http://schemas.openxmlformats.org/officeDocument/2006/relationships/font" Target="fonts/InterLight-bold.fntdata"/><Relationship Id="rId21" Type="http://schemas.openxmlformats.org/officeDocument/2006/relationships/font" Target="fonts/OpenSansSemiBold-regular.fntdata"/><Relationship Id="rId13" Type="http://schemas.openxmlformats.org/officeDocument/2006/relationships/font" Target="fonts/Roboto-regular.fntdata"/><Relationship Id="rId24" Type="http://schemas.openxmlformats.org/officeDocument/2006/relationships/font" Target="fonts/OpenSansSemiBold-boldItalic.fntdata"/><Relationship Id="rId12" Type="http://schemas.openxmlformats.org/officeDocument/2006/relationships/font" Target="fonts/InterLight-boldItalic.fntdata"/><Relationship Id="rId23" Type="http://schemas.openxmlformats.org/officeDocument/2006/relationships/font" Target="fonts/OpenSans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Light-regular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Inter-regular.fntdata"/><Relationship Id="rId16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Int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21a32963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21a32963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“Let’s talk about how Tyk manages and stores your API configurations."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"At the core of Tyk’s API management is something called an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. This is essentially a </a:t>
            </a:r>
            <a:r>
              <a:rPr b="1" lang="en-GB">
                <a:solidFill>
                  <a:schemeClr val="dk1"/>
                </a:solidFill>
              </a:rPr>
              <a:t>JSON object</a:t>
            </a:r>
            <a:r>
              <a:rPr lang="en-GB">
                <a:solidFill>
                  <a:schemeClr val="dk1"/>
                </a:solidFill>
              </a:rPr>
              <a:t> that describes </a:t>
            </a:r>
            <a:r>
              <a:rPr b="1" lang="en-GB">
                <a:solidFill>
                  <a:schemeClr val="dk1"/>
                </a:solidFill>
              </a:rPr>
              <a:t>everything Tyk needs to know</a:t>
            </a:r>
            <a:r>
              <a:rPr lang="en-GB">
                <a:solidFill>
                  <a:schemeClr val="dk1"/>
                </a:solidFill>
              </a:rPr>
              <a:t> about your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Each API you expose through Tyk has its own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, and this is what the Tyk Gateway reads to manage how traffic flows."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"Inside an API Definition, we </a:t>
            </a:r>
            <a:r>
              <a:rPr b="1" lang="en-GB">
                <a:solidFill>
                  <a:schemeClr val="dk1"/>
                </a:solidFill>
              </a:rPr>
              <a:t>encapsulate the management rules</a:t>
            </a:r>
            <a:r>
              <a:rPr lang="en-GB">
                <a:solidFill>
                  <a:schemeClr val="dk1"/>
                </a:solidFill>
              </a:rPr>
              <a:t> for that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It includes the </a:t>
            </a:r>
            <a:r>
              <a:rPr b="1" lang="en-GB">
                <a:solidFill>
                  <a:schemeClr val="dk1"/>
                </a:solidFill>
              </a:rPr>
              <a:t>settings and middlewares</a:t>
            </a:r>
            <a:r>
              <a:rPr lang="en-GB">
                <a:solidFill>
                  <a:schemeClr val="dk1"/>
                </a:solidFill>
              </a:rPr>
              <a:t> that define how incoming requests are handled, authenticated, and forwarded."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"For example, you can specify: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Authentication</a:t>
            </a:r>
            <a:r>
              <a:rPr lang="en-GB">
                <a:solidFill>
                  <a:schemeClr val="dk1"/>
                </a:solidFill>
              </a:rPr>
              <a:t>, like API Keys or JWTs, to secure your API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Rate-limiting</a:t>
            </a:r>
            <a:r>
              <a:rPr lang="en-GB">
                <a:solidFill>
                  <a:schemeClr val="dk1"/>
                </a:solidFill>
              </a:rPr>
              <a:t> and quotas to protect your backend services from being overwhelmed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Target URL</a:t>
            </a:r>
            <a:r>
              <a:rPr lang="en-GB">
                <a:solidFill>
                  <a:schemeClr val="dk1"/>
                </a:solidFill>
              </a:rPr>
              <a:t>, where Tyk should forward requests after it processes them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Support for </a:t>
            </a:r>
            <a:r>
              <a:rPr b="1" lang="en-GB">
                <a:solidFill>
                  <a:schemeClr val="dk1"/>
                </a:solidFill>
              </a:rPr>
              <a:t>Versions</a:t>
            </a:r>
            <a:r>
              <a:rPr lang="en-GB">
                <a:solidFill>
                  <a:schemeClr val="dk1"/>
                </a:solidFill>
              </a:rPr>
              <a:t>, so you can manage multiple versions of the same API simultaneously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Middleware</a:t>
            </a:r>
            <a:r>
              <a:rPr lang="en-GB">
                <a:solidFill>
                  <a:schemeClr val="dk1"/>
                </a:solidFill>
              </a:rPr>
              <a:t>, which lets you apply transformations, enforce business logic, or add custom behaviors on requests and responses."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"Now, there are </a:t>
            </a:r>
            <a:r>
              <a:rPr b="1" lang="en-GB">
                <a:solidFill>
                  <a:schemeClr val="dk1"/>
                </a:solidFill>
              </a:rPr>
              <a:t>two types of API Definitions</a:t>
            </a:r>
            <a:r>
              <a:rPr lang="en-GB">
                <a:solidFill>
                  <a:schemeClr val="dk1"/>
                </a:solidFill>
              </a:rPr>
              <a:t> available in Tyk: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Tyk Classic API Definitions</a:t>
            </a:r>
            <a:r>
              <a:rPr lang="en-GB">
                <a:solidFill>
                  <a:schemeClr val="dk1"/>
                </a:solidFill>
              </a:rPr>
              <a:t>, which are highly flexible and use Tyk’s traditional JSON schema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Tyk OAS API Definitions</a:t>
            </a:r>
            <a:r>
              <a:rPr lang="en-GB">
                <a:solidFill>
                  <a:schemeClr val="dk1"/>
                </a:solidFill>
              </a:rPr>
              <a:t>, which are based on the </a:t>
            </a:r>
            <a:r>
              <a:rPr b="1" lang="en-GB">
                <a:solidFill>
                  <a:schemeClr val="dk1"/>
                </a:solidFill>
              </a:rPr>
              <a:t>OpenAPI Specification</a:t>
            </a:r>
            <a:r>
              <a:rPr lang="en-GB">
                <a:solidFill>
                  <a:schemeClr val="dk1"/>
                </a:solidFill>
              </a:rPr>
              <a:t>, providing a standardized, industry-recognized way of defining and managing APIs."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"Regardless of the type you choose, the API Definition is the </a:t>
            </a:r>
            <a:r>
              <a:rPr b="1" lang="en-GB">
                <a:solidFill>
                  <a:schemeClr val="dk1"/>
                </a:solidFill>
              </a:rPr>
              <a:t>single source of truth</a:t>
            </a:r>
            <a:r>
              <a:rPr lang="en-GB">
                <a:solidFill>
                  <a:schemeClr val="dk1"/>
                </a:solidFill>
              </a:rPr>
              <a:t> that governs how Tyk handles your APIs."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/>
        </p:nvSpPr>
        <p:spPr>
          <a:xfrm>
            <a:off x="376425" y="962175"/>
            <a:ext cx="842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APIs </a:t>
            </a: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Tyk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8"/>
          <p:cNvSpPr txBox="1"/>
          <p:nvPr/>
        </p:nvSpPr>
        <p:spPr>
          <a:xfrm>
            <a:off x="1926900" y="1712775"/>
            <a:ext cx="5290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 introduction to how APIs are represented, configured, and managed within the Tyk ecosystem — covering both Tyk-Classic (Native) and OpenAPI (OAS) formats.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/>
        </p:nvSpPr>
        <p:spPr>
          <a:xfrm>
            <a:off x="720000" y="1154200"/>
            <a:ext cx="5290200" cy="3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Tyk stores API configurations as JSON objects called API Definitions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Each API is an API definition in Tyk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Encapsulates the management rules for an API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Settings and middlewares that influence the way incoming requests are processed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Authentication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Rate-limiting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Target URL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Versions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Middleware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2 types of API definitions in Tyk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Tyk OAS API definition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Tyk Classic API definition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9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API Definition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