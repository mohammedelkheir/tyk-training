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Inter"/>
      <p:regular r:id="rId10"/>
      <p:bold r:id="rId11"/>
      <p:italic r:id="rId12"/>
      <p:boldItalic r:id="rId13"/>
    </p:embeddedFon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e01503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e01503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feature is used when the </a:t>
            </a:r>
            <a:r>
              <a:rPr b="1" lang="en-GB">
                <a:solidFill>
                  <a:schemeClr val="dk1"/>
                </a:solidFill>
              </a:rPr>
              <a:t>Tyk Dashboard sends an introspection query</a:t>
            </a:r>
            <a:r>
              <a:rPr lang="en-GB">
                <a:solidFill>
                  <a:schemeClr val="dk1"/>
                </a:solidFill>
              </a:rPr>
              <a:t> to fetch the upstream GraphQL schema.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It’s especially important in scenarios where your </a:t>
            </a:r>
            <a:r>
              <a:rPr b="1" lang="en-GB">
                <a:solidFill>
                  <a:schemeClr val="dk1"/>
                </a:solidFill>
              </a:rPr>
              <a:t>upstream GraphQL APIs are protected</a:t>
            </a:r>
            <a:r>
              <a:rPr lang="en-GB">
                <a:solidFill>
                  <a:schemeClr val="dk1"/>
                </a:solidFill>
              </a:rPr>
              <a:t> and require authorization for schema discovery.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 key point to note is that these </a:t>
            </a:r>
            <a:r>
              <a:rPr b="1" lang="en-GB">
                <a:solidFill>
                  <a:schemeClr val="dk1"/>
                </a:solidFill>
              </a:rPr>
              <a:t>authorization headers are only used during the schema introspection process from the Dashboard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They are </a:t>
            </a:r>
            <a:r>
              <a:rPr b="1" lang="en-GB">
                <a:solidFill>
                  <a:schemeClr val="dk1"/>
                </a:solidFill>
              </a:rPr>
              <a:t>not forwarded during runtime API requests</a:t>
            </a:r>
            <a:r>
              <a:rPr lang="en-GB">
                <a:solidFill>
                  <a:schemeClr val="dk1"/>
                </a:solidFill>
              </a:rPr>
              <a:t> made by your API consumers, so your API security remains intact.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 can configure these headers easily in the </a:t>
            </a:r>
            <a:r>
              <a:rPr b="1" lang="en-GB">
                <a:solidFill>
                  <a:schemeClr val="dk1"/>
                </a:solidFill>
              </a:rPr>
              <a:t>Advanced Options tab</a:t>
            </a:r>
            <a:r>
              <a:rPr lang="en-GB">
                <a:solidFill>
                  <a:schemeClr val="dk1"/>
                </a:solidFill>
              </a:rPr>
              <a:t> of your API settings or by editing the raw API definition.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e01503b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e01503b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e01503b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e01503b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feature is used to </a:t>
            </a:r>
            <a:r>
              <a:rPr b="1" lang="en-GB">
                <a:solidFill>
                  <a:schemeClr val="dk1"/>
                </a:solidFill>
              </a:rPr>
              <a:t>inject additional headers into runtime requests</a:t>
            </a:r>
            <a:r>
              <a:rPr lang="en-GB">
                <a:solidFill>
                  <a:schemeClr val="dk1"/>
                </a:solidFill>
              </a:rPr>
              <a:t> that are proxied through the Tyk Gateway.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It’s useful when you want to add </a:t>
            </a:r>
            <a:r>
              <a:rPr b="1" lang="en-GB">
                <a:solidFill>
                  <a:schemeClr val="dk1"/>
                </a:solidFill>
              </a:rPr>
              <a:t>metadata, tokens, or other dynamic values</a:t>
            </a:r>
            <a:r>
              <a:rPr lang="en-GB">
                <a:solidFill>
                  <a:schemeClr val="dk1"/>
                </a:solidFill>
              </a:rPr>
              <a:t> to requests sent to your upstream GraphQL API.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Importantly, these headers are </a:t>
            </a:r>
            <a:r>
              <a:rPr b="1" lang="en-GB">
                <a:solidFill>
                  <a:schemeClr val="dk1"/>
                </a:solidFill>
              </a:rPr>
              <a:t>only active during actual API requests</a:t>
            </a:r>
            <a:r>
              <a:rPr lang="en-GB">
                <a:solidFill>
                  <a:schemeClr val="dk1"/>
                </a:solidFill>
              </a:rPr>
              <a:t> from clients — they are </a:t>
            </a:r>
            <a:r>
              <a:rPr b="1" lang="en-GB">
                <a:solidFill>
                  <a:schemeClr val="dk1"/>
                </a:solidFill>
              </a:rPr>
              <a:t>not applied during schema introspection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You can configure headers with </a:t>
            </a:r>
            <a:r>
              <a:rPr b="1" lang="en-GB">
                <a:solidFill>
                  <a:schemeClr val="dk1"/>
                </a:solidFill>
              </a:rPr>
              <a:t>static values</a:t>
            </a:r>
            <a:r>
              <a:rPr lang="en-GB">
                <a:solidFill>
                  <a:schemeClr val="dk1"/>
                </a:solidFill>
              </a:rPr>
              <a:t> or use </a:t>
            </a:r>
            <a:r>
              <a:rPr b="1" lang="en-GB">
                <a:solidFill>
                  <a:schemeClr val="dk1"/>
                </a:solidFill>
              </a:rPr>
              <a:t>dynamic context variables</a:t>
            </a:r>
            <a:r>
              <a:rPr lang="en-GB">
                <a:solidFill>
                  <a:schemeClr val="dk1"/>
                </a:solidFill>
              </a:rPr>
              <a:t>, such as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$tyk_context.*</a:t>
            </a:r>
            <a:r>
              <a:rPr lang="en-GB">
                <a:solidFill>
                  <a:schemeClr val="dk1"/>
                </a:solidFill>
              </a:rPr>
              <a:t>, to customize them per request.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These settings can be found in the </a:t>
            </a:r>
            <a:r>
              <a:rPr b="1" lang="en-GB">
                <a:solidFill>
                  <a:schemeClr val="dk1"/>
                </a:solidFill>
              </a:rPr>
              <a:t>Advanced Options tab</a:t>
            </a:r>
            <a:r>
              <a:rPr lang="en-GB">
                <a:solidFill>
                  <a:schemeClr val="dk1"/>
                </a:solidFill>
              </a:rPr>
              <a:t> or by editing the raw API definition.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e01503b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e01503b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While introspection headers are used during setup, </a:t>
            </a:r>
            <a:r>
              <a:rPr b="1" lang="en-GB">
                <a:solidFill>
                  <a:schemeClr val="dk1"/>
                </a:solidFill>
              </a:rPr>
              <a:t>Request headers</a:t>
            </a:r>
            <a:r>
              <a:rPr lang="en-GB">
                <a:solidFill>
                  <a:schemeClr val="dk1"/>
                </a:solidFill>
              </a:rPr>
              <a:t> are used during live API traffic.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They allow you to pass additional information to the upstream, like static metadata or dynamic values extracted from the request — for example, the path or user identity.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can be particularly useful for multi-tenant APIs or APIs that expect custom authorization headers.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Just like introspection headers, request headers can be configured either through the Tyk Dashboard UI or directly in the raw API definition — giving you flexibility and automation options.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Introspection Headers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0150" y="1202050"/>
            <a:ext cx="78039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Purpose: Used when Tyk Dashboard sends an introspection query to fetch the upstream GraphQL schema.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Usage scenario: Required when upstream GraphQL APIs are protected and require authorization for schema discovery.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Points: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Headers are only used during schema introspection from the Dashboard.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These headers are not forwarded during runtime API requests from consumers.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Configurable in the Advanced Options tab or via raw API definition: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Introspection Headers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90150" y="1202050"/>
            <a:ext cx="78039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"graphql":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"execution_mode": "proxyOnly",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"proxy":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"auth_headers":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"admin-auth": "token-value"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Request Headers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90150" y="1202050"/>
            <a:ext cx="78039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Purpose: Used to inject additional headers into runtime requests proxied through Tyk Gateway.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Usage scenario: Add metadata, tokens, or dynamic values to upstream requests.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Points: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Only active during actual API requests, not during introspection.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Supports static values or dynamic context variables like $tyk_context.*.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Configurable in the Advanced Options tab or raw API definition: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Request Headers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90150" y="1202050"/>
            <a:ext cx="78039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"graphql":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"execution_mode": "proxyOnly",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"proxy":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"request_headers":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"context-vars-metadata": "$tyk_context.path",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"static-metadata": "static-value"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