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Light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Light-regular.fntdata"/><Relationship Id="rId10" Type="http://schemas.openxmlformats.org/officeDocument/2006/relationships/slide" Target="slides/slide5.xml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02e6ea4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02e6ea4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2e6ea4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02e6ea4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"Server-Sent Events are ideal for real-time updates where the client doesn't need to send data back — things like dashboards, notifications, or live data feeds. They work over standard HTTP, so they’re firewall-friendly and easy to implement. Tyk Gateway can act as an SSE proxy to relay those server updates to your clients."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2e6ea4e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02e6ea4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"Even though this isn’t technically WebSockets, Tyk uses the same internal handler. Setting a low flush interval helps ensure SSE messages don’t get buffered and delayed — instead, they're flushed through the proxy as they arrive."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02e6ea4e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02e6ea4e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 this example, the SSE server pushes timestamps every 5 seconds. Once the API is published in Tyk, simply hit the /sse/events/ path through the Gateway using curl, and you’ll receive a continuous stream of updates. This confirms the proxy is working."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02e6ea4e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02e6ea4e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"This output shows the SSE stream working correctly — updates being passed from the server through the Tyk Gateway to your terminal. Each message has a sequential ID and timestamp, typical for SSE."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2194650"/>
            <a:ext cx="631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Server-Sent Events (SSE)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SSE: Server pushes updates to client via HTTP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One-way only (server → client)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cases: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Stock tickers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Notifications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Activity feeds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Simpler alternative to WebSockets when no client-to-server messaging is needed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1570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Gateway Configuration for SSE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80300" y="840000"/>
            <a:ext cx="7738200" cy="3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Enable WebSocket/SSE support: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"http_server_options.enable_websockets":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Adjust timeouts to keep connection alive: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"read_timeout" and "write_timeout"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(e.g.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2000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Stream flush control: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"flush_interval": 1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(in seconds)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157075"/>
            <a:ext cx="785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Example Setup – Streaming Messages</a:t>
            </a:r>
            <a:endParaRPr b="1" sz="31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63625" y="820900"/>
            <a:ext cx="7738200" cy="3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 Golang SSE server on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:8000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configuration in Tyk: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listen_path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/sse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strip_listen_path: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target_url: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http://host.docker.internal:8000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 via: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curl http://localhost:8080/sse/events/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720000" y="157075"/>
            <a:ext cx="785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Output Example</a:t>
            </a:r>
            <a:endParaRPr b="1" sz="31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863625" y="820900"/>
            <a:ext cx="7738200" cy="3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Console Output: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Message: 20 - the time is 2013-03-08 21:08:01.260967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Message: 21 - the time is 2013-03-08 21:08:06.262034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Message: 22 - the time is 2013-03-08 21:08:11.262608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