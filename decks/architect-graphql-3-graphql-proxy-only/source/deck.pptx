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Int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Inter-boldItalic.fntdata"/><Relationship Id="rId10" Type="http://schemas.openxmlformats.org/officeDocument/2006/relationships/font" Target="fonts/Inter-italic.fntdata"/><Relationship Id="rId9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e79e932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e79e932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Let's talk about </a:t>
            </a:r>
            <a:r>
              <a:rPr b="1" lang="en-GB">
                <a:solidFill>
                  <a:schemeClr val="dk1"/>
                </a:solidFill>
              </a:rPr>
              <a:t>GraphQL Proxy Only</a:t>
            </a:r>
            <a:r>
              <a:rPr lang="en-GB">
                <a:solidFill>
                  <a:schemeClr val="dk1"/>
                </a:solidFill>
              </a:rPr>
              <a:t>, one of the modes available for managing GraphQL APIs in Tyk.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Definition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GraphQL Proxy Only is a simplified way of exposing an existing GraphQL service through Tyk. In this mode: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Tyk acts as a pass-through — it </a:t>
            </a:r>
            <a:r>
              <a:rPr b="1" lang="en-GB">
                <a:solidFill>
                  <a:schemeClr val="dk1"/>
                </a:solidFill>
              </a:rPr>
              <a:t>proxies a single data source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It’s </a:t>
            </a:r>
            <a:r>
              <a:rPr b="1" lang="en-GB">
                <a:solidFill>
                  <a:schemeClr val="dk1"/>
                </a:solidFill>
              </a:rPr>
              <a:t>read-only</a:t>
            </a:r>
            <a:r>
              <a:rPr lang="en-GB">
                <a:solidFill>
                  <a:schemeClr val="dk1"/>
                </a:solidFill>
              </a:rPr>
              <a:t> from a schema perspective — meaning we don’t define or modify the schema in Tyk.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Instead, Tyk automatically pulls the schema from the upstream using </a:t>
            </a:r>
            <a:r>
              <a:rPr b="1" lang="en-GB">
                <a:solidFill>
                  <a:schemeClr val="dk1"/>
                </a:solidFill>
              </a:rPr>
              <a:t>introspection queries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Key Characteristics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Because Tyk relies on introspection, the </a:t>
            </a:r>
            <a:r>
              <a:rPr b="1" lang="en-GB">
                <a:solidFill>
                  <a:schemeClr val="dk1"/>
                </a:solidFill>
              </a:rPr>
              <a:t>upstream GraphQL service must support introspection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This is especially useful when you want to </a:t>
            </a:r>
            <a:r>
              <a:rPr b="1" lang="en-GB">
                <a:solidFill>
                  <a:schemeClr val="dk1"/>
                </a:solidFill>
              </a:rPr>
              <a:t>securely expose an existing GraphQL service</a:t>
            </a:r>
            <a:r>
              <a:rPr lang="en-GB">
                <a:solidFill>
                  <a:schemeClr val="dk1"/>
                </a:solidFill>
              </a:rPr>
              <a:t> without making changes to its implementation.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You still get the full benefits of Tyk’s API management features — like </a:t>
            </a:r>
            <a:r>
              <a:rPr b="1" lang="en-GB">
                <a:solidFill>
                  <a:schemeClr val="dk1"/>
                </a:solidFill>
              </a:rPr>
              <a:t>rate limiting, authentication, policies, analytics</a:t>
            </a:r>
            <a:r>
              <a:rPr lang="en-GB">
                <a:solidFill>
                  <a:schemeClr val="dk1"/>
                </a:solidFill>
              </a:rPr>
              <a:t>, and more.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Configuration is minimal. There’s </a:t>
            </a:r>
            <a:r>
              <a:rPr b="1" lang="en-GB">
                <a:solidFill>
                  <a:schemeClr val="dk1"/>
                </a:solidFill>
              </a:rPr>
              <a:t>no need to stitch multiple schemas</a:t>
            </a:r>
            <a:r>
              <a:rPr lang="en-GB">
                <a:solidFill>
                  <a:schemeClr val="dk1"/>
                </a:solidFill>
              </a:rPr>
              <a:t> or do complex data merging — making it ideal for quick exposure and governance.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is a great option for teams looking to </a:t>
            </a:r>
            <a:r>
              <a:rPr b="1" lang="en-GB">
                <a:solidFill>
                  <a:schemeClr val="dk1"/>
                </a:solidFill>
              </a:rPr>
              <a:t>add governance and control</a:t>
            </a:r>
            <a:r>
              <a:rPr lang="en-GB">
                <a:solidFill>
                  <a:schemeClr val="dk1"/>
                </a:solidFill>
              </a:rPr>
              <a:t> to a GraphQL API that’s already up and running.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e79e932f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e79e932f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Now, let’s go through the steps to create a </a:t>
            </a:r>
            <a:r>
              <a:rPr b="1" lang="en-GB">
                <a:solidFill>
                  <a:schemeClr val="dk1"/>
                </a:solidFill>
              </a:rPr>
              <a:t>GraphQL Proxy Only API</a:t>
            </a:r>
            <a:r>
              <a:rPr lang="en-GB">
                <a:solidFill>
                  <a:schemeClr val="dk1"/>
                </a:solidFill>
              </a:rPr>
              <a:t> in Tyk. This is a straightforward process using the Tyk Dashboard.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Step-by-Step: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Log in to the Tyk Dashboard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Start by accessing your Tyk Dashboard.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Navigate to: APIs → Add New API → GraphQL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You’ll see multiple API types — choose </a:t>
            </a:r>
            <a:r>
              <a:rPr b="1" lang="en-GB">
                <a:solidFill>
                  <a:schemeClr val="dk1"/>
                </a:solidFill>
              </a:rPr>
              <a:t>GraphQL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Provide Basic Info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Enter a </a:t>
            </a:r>
            <a:r>
              <a:rPr b="1" lang="en-GB">
                <a:solidFill>
                  <a:schemeClr val="dk1"/>
                </a:solidFill>
              </a:rPr>
              <a:t>name</a:t>
            </a:r>
            <a:r>
              <a:rPr lang="en-GB">
                <a:solidFill>
                  <a:schemeClr val="dk1"/>
                </a:solidFill>
              </a:rPr>
              <a:t> for your API.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Set the </a:t>
            </a:r>
            <a:r>
              <a:rPr b="1" lang="en-GB">
                <a:solidFill>
                  <a:schemeClr val="dk1"/>
                </a:solidFill>
              </a:rPr>
              <a:t>upstream URL</a:t>
            </a:r>
            <a:r>
              <a:rPr lang="en-GB">
                <a:solidFill>
                  <a:schemeClr val="dk1"/>
                </a:solidFill>
              </a:rPr>
              <a:t> — this is the URL of your existing GraphQL service.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If the upstream is protected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Tick </a:t>
            </a:r>
            <a:r>
              <a:rPr b="1" lang="en-GB">
                <a:solidFill>
                  <a:schemeClr val="dk1"/>
                </a:solidFill>
              </a:rPr>
              <a:t>“Upstream Protected”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Then either: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Add the </a:t>
            </a:r>
            <a:r>
              <a:rPr b="1" lang="en-GB">
                <a:solidFill>
                  <a:schemeClr val="dk1"/>
                </a:solidFill>
              </a:rPr>
              <a:t>Authorization header</a:t>
            </a:r>
            <a:r>
              <a:rPr lang="en-GB">
                <a:solidFill>
                  <a:schemeClr val="dk1"/>
                </a:solidFill>
              </a:rPr>
              <a:t> (e.g., Bearer token), or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Upload a </a:t>
            </a:r>
            <a:r>
              <a:rPr b="1" lang="en-GB">
                <a:solidFill>
                  <a:schemeClr val="dk1"/>
                </a:solidFill>
              </a:rPr>
              <a:t>Client Certificate</a:t>
            </a:r>
            <a:r>
              <a:rPr lang="en-GB">
                <a:solidFill>
                  <a:schemeClr val="dk1"/>
                </a:solidFill>
              </a:rPr>
              <a:t>, depending on the upstream’s security method.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Optionally, </a:t>
            </a:r>
            <a:r>
              <a:rPr b="1" lang="en-GB">
                <a:solidFill>
                  <a:schemeClr val="dk1"/>
                </a:solidFill>
              </a:rPr>
              <a:t>tick “Persist headers”</a:t>
            </a:r>
            <a:r>
              <a:rPr lang="en-GB">
                <a:solidFill>
                  <a:schemeClr val="dk1"/>
                </a:solidFill>
              </a:rPr>
              <a:t> so you don’t need to re-enter them when updating the schema later.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Final Steps: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5"/>
            </a:pPr>
            <a:r>
              <a:rPr b="1" lang="en-GB">
                <a:solidFill>
                  <a:schemeClr val="dk1"/>
                </a:solidFill>
              </a:rPr>
              <a:t>Click “Configure API”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This will validate and load the schema from the upstream using introspection.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5"/>
            </a:pPr>
            <a:r>
              <a:rPr b="1" lang="en-GB">
                <a:solidFill>
                  <a:schemeClr val="dk1"/>
                </a:solidFill>
              </a:rPr>
              <a:t>Make any additional changes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You can apply </a:t>
            </a:r>
            <a:r>
              <a:rPr b="1" lang="en-GB">
                <a:solidFill>
                  <a:schemeClr val="dk1"/>
                </a:solidFill>
              </a:rPr>
              <a:t>rate limiting</a:t>
            </a:r>
            <a:r>
              <a:rPr lang="en-GB">
                <a:solidFill>
                  <a:schemeClr val="dk1"/>
                </a:solidFill>
              </a:rPr>
              <a:t>, set </a:t>
            </a:r>
            <a:r>
              <a:rPr b="1" lang="en-GB">
                <a:solidFill>
                  <a:schemeClr val="dk1"/>
                </a:solidFill>
              </a:rPr>
              <a:t>access policies</a:t>
            </a:r>
            <a:r>
              <a:rPr lang="en-GB">
                <a:solidFill>
                  <a:schemeClr val="dk1"/>
                </a:solidFill>
              </a:rPr>
              <a:t>, or configure </a:t>
            </a:r>
            <a:r>
              <a:rPr b="1" lang="en-GB">
                <a:solidFill>
                  <a:schemeClr val="dk1"/>
                </a:solidFill>
              </a:rPr>
              <a:t>OpenTelemetry</a:t>
            </a:r>
            <a:r>
              <a:rPr lang="en-GB">
                <a:solidFill>
                  <a:schemeClr val="dk1"/>
                </a:solidFill>
              </a:rPr>
              <a:t> if needed.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5"/>
            </a:pPr>
            <a:r>
              <a:rPr b="1" lang="en-GB">
                <a:solidFill>
                  <a:schemeClr val="dk1"/>
                </a:solidFill>
              </a:rPr>
              <a:t>Click “Save”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And that’s it! Your </a:t>
            </a:r>
            <a:r>
              <a:rPr b="1" lang="en-GB">
                <a:solidFill>
                  <a:schemeClr val="dk1"/>
                </a:solidFill>
              </a:rPr>
              <a:t>GraphQL Proxy Only API</a:t>
            </a:r>
            <a:r>
              <a:rPr lang="en-GB">
                <a:solidFill>
                  <a:schemeClr val="dk1"/>
                </a:solidFill>
              </a:rPr>
              <a:t> is now live and managed by Tyk.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setup allows you to quickly expose and govern an existing GraphQL service with </a:t>
            </a:r>
            <a:r>
              <a:rPr b="1" lang="en-GB">
                <a:solidFill>
                  <a:schemeClr val="dk1"/>
                </a:solidFill>
              </a:rPr>
              <a:t>minimal configuration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20000" y="1154200"/>
            <a:ext cx="8139900" cy="3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Definition:</a:t>
            </a:r>
            <a:b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GraphQL Proxy Only is a type of GraphQL API in Tyk that: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Uses a </a:t>
            </a: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single data source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Has a </a:t>
            </a: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read-only schema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Automatically </a:t>
            </a: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loads schema</a:t>
            </a: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from the upstream using introspection queries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 Characteristics: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Upstream must support </a:t>
            </a: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introspection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Useful for exposing existing GraphQL services securely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Supports all Tyk features like </a:t>
            </a: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policies</a:t>
            </a: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rate limiting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Minimal configuration — no schema stitching or data merging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GraphQL Proxy Only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720000" y="1001800"/>
            <a:ext cx="8139900" cy="43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Steps to Create: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Log in to the Tyk Dashboard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Go to </a:t>
            </a:r>
            <a:r>
              <a:rPr b="1" lang="en-GB" sz="1100">
                <a:solidFill>
                  <a:schemeClr val="dk1"/>
                </a:solidFill>
              </a:rPr>
              <a:t>APIs → Add New API → GraphQL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Provide a </a:t>
            </a:r>
            <a:r>
              <a:rPr b="1" lang="en-GB" sz="1100">
                <a:solidFill>
                  <a:schemeClr val="dk1"/>
                </a:solidFill>
              </a:rPr>
              <a:t>name</a:t>
            </a:r>
            <a:r>
              <a:rPr lang="en-GB" sz="1100">
                <a:solidFill>
                  <a:schemeClr val="dk1"/>
                </a:solidFill>
              </a:rPr>
              <a:t> and the </a:t>
            </a:r>
            <a:r>
              <a:rPr b="1" lang="en-GB" sz="1100">
                <a:solidFill>
                  <a:schemeClr val="dk1"/>
                </a:solidFill>
              </a:rPr>
              <a:t>upstream URL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If the upstream is protected: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Select </a:t>
            </a:r>
            <a:r>
              <a:rPr b="1" lang="en-GB" sz="1100">
                <a:solidFill>
                  <a:schemeClr val="dk1"/>
                </a:solidFill>
              </a:rPr>
              <a:t>Upstream Protected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Add </a:t>
            </a:r>
            <a:r>
              <a:rPr b="1" lang="en-GB" sz="1100">
                <a:solidFill>
                  <a:schemeClr val="dk1"/>
                </a:solidFill>
              </a:rPr>
              <a:t>Authorization header</a:t>
            </a:r>
            <a:r>
              <a:rPr lang="en-GB" sz="1100">
                <a:solidFill>
                  <a:schemeClr val="dk1"/>
                </a:solidFill>
              </a:rPr>
              <a:t> or </a:t>
            </a:r>
            <a:r>
              <a:rPr b="1" lang="en-GB" sz="1100">
                <a:solidFill>
                  <a:schemeClr val="dk1"/>
                </a:solidFill>
              </a:rPr>
              <a:t>Certificate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Optionally tick </a:t>
            </a:r>
            <a:r>
              <a:rPr b="1" lang="en-GB" sz="1100">
                <a:solidFill>
                  <a:schemeClr val="dk1"/>
                </a:solidFill>
              </a:rPr>
              <a:t>Persist headers for future use</a:t>
            </a:r>
            <a:r>
              <a:rPr lang="en-GB" sz="1100">
                <a:solidFill>
                  <a:schemeClr val="dk1"/>
                </a:solidFill>
              </a:rPr>
              <a:t> to avoid re-entering them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Final 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Click </a:t>
            </a:r>
            <a:r>
              <a:rPr b="1" lang="en-GB" sz="1100">
                <a:solidFill>
                  <a:schemeClr val="dk1"/>
                </a:solidFill>
              </a:rPr>
              <a:t>Configure API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Make any additional configuration changes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Click </a:t>
            </a:r>
            <a:r>
              <a:rPr b="1" lang="en-GB" sz="1100">
                <a:solidFill>
                  <a:schemeClr val="dk1"/>
                </a:solidFill>
              </a:rPr>
              <a:t>Save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Your GraphQL Proxy Only API is now set up and ready to use.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720000" y="309475"/>
            <a:ext cx="7023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Creating a GraphQL Proxy Only API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