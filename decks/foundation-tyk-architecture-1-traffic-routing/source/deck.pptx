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Inter Light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font" Target="fonts/Roboto-boldItalic.fntdata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37" Type="http://schemas.openxmlformats.org/officeDocument/2006/relationships/font" Target="fonts/OpenSans-regular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Italic.fntdata"/><Relationship Id="rId17" Type="http://schemas.openxmlformats.org/officeDocument/2006/relationships/font" Target="fonts/Roboto-regular.fntdata"/><Relationship Id="rId39" Type="http://schemas.openxmlformats.org/officeDocument/2006/relationships/font" Target="fonts/OpenSans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y-api-server.co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1dc49c9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1dc49c9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1dc49c914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1dc49c914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understand how API requests flow through the Tyk Gateway. Let's follow the journey of a typical request.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1dc49c914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1dc49c914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client sends a request to an API that's managed by Tyk.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 the request reaches the Tyk Gateway, it immediately tries to match the incoming request's URL path to the "listen paths" of the APIs it's managing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API definition in Tyk's memory has a unique listen path. The Gateway compares the incoming request URL to these paths. If it finds a match, it knows which API should handle the request.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that Tyk has identified the correct API, it prepares to process the request according to that API's specific configuration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1dc49c914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1dc49c914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Tyk immediately checks if the request is authenticated and authorized. This process involves several steps: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Tyk extracts the authentication token from the request. This could be from the Authorization header, a query parameter, or a cookie, depending on the API's configuration.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Next, Tyk looks up this token in its Redis database. Each access key is stored as a record in Redis, containing important metadata.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Tyk checks several things: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Does the key exist in Redis?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Has the key expired?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Does the key have permission to access this specific API and endpoint?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Are there any rate limits or quotas that have been exceeded?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If the key is valid and has the necessary permissions, Tyk allows the request to proceed. This are Tyk’s core processing which includes: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Tyk performs its core functions, which typically include: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Authentication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Authorization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Rate limiting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Quota checking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1dc49c914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1dc49c91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the request is proxied to the upstream API, "post" middleware are executed.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Post-processing middleware can be used for tasks like request transformation, additional logging, or any final modifications before the request is sent upstream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1dc49c914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1dc49c914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Tyk then routes the request to the appropriate backend service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proxying to an API Server, the target URL can be defined in a number of ways: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URL property of the API Definition (single or multiple)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a service discovery endpoint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the URL Rewrite plugin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custom middleware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Defined as a GraphQL Data Source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1dc49c91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1dc49c91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backend API processes the request and sends a response back to Tyk.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Tyk can also transform the response if needed, perhaps removing sensitive data or adding custom headers.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1dc49c914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1dc49c914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sending the response back to the client, Tyk logs analytics data about the request.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1dc49c914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1dc49c914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Before sending the response back to the client, Tyk logs analytics data about the request.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 there you have it! That's how Tyk Gateway manages the flow of API requests, providing security, control, and insights every step of the way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1dc49c914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51dc49c91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example shows how the Gateway processes a URL requested by an API Client and turns in into a Target URL sent to an API Server. The diagram uses colour-coding to show where the data matches during the request lifecycle.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At the top of the diagram is the API Client, it has requested the URL my-domain.com/my-api/endpoint-1.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request goes to the API Gateway, which matches against the API Definitions it has loaded. In this example, both the domain and path elements </a:t>
            </a:r>
            <a:r>
              <a:rPr lang="en-GB">
                <a:solidFill>
                  <a:schemeClr val="dk1"/>
                </a:solidFill>
              </a:rPr>
              <a:t>of the requested URL </a:t>
            </a:r>
            <a:r>
              <a:rPr lang="en-GB"/>
              <a:t>are used to match against the API Definition. The domain is highlighted in green, and the path in 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You can see that the API Definition has corresponding fields for this data, called “domain” and “listen_path”. This is how the Gateway knows that this is the correct API Definition to use.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Now that the API Definition has been matched, the Gateway can calculate the Target URL. It does this by taking the “target_url” field and appending the requested path to it.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The Target URL is highlighted in yellow, and has the value “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http://my-api-server.com</a:t>
            </a:r>
            <a:r>
              <a:rPr lang="en-GB"/>
              <a:t>/”. Note that it’s a </a:t>
            </a:r>
            <a:r>
              <a:rPr lang="en-GB">
                <a:solidFill>
                  <a:schemeClr val="dk1"/>
                </a:solidFill>
              </a:rPr>
              <a:t>full URL, including the HTTP scheme. It’s important to include the scheme in the Target URL.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Before the Gateway can add the path to the Target URL, it must decide whether to include the listen path element. This is determined by the “strip_listen_path” field. In this case it is set to “true”, so the Gateway will not include it. But it will include any subsequent path elements, which in this example is “endpoint-1”, highlighted in blue.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This results in a Target URL of http://my-api-server.com/endpoint-1.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101" name="Google Shape;101;p26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6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10" name="Google Shape;110;p28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11" name="Google Shape;111;p28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/>
        </p:nvSpPr>
        <p:spPr>
          <a:xfrm>
            <a:off x="1926900" y="1419375"/>
            <a:ext cx="529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Routing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9"/>
          <p:cNvSpPr txBox="1"/>
          <p:nvPr/>
        </p:nvSpPr>
        <p:spPr>
          <a:xfrm>
            <a:off x="1926900" y="2474775"/>
            <a:ext cx="529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Routing is how Tyk directs API requests to the right backend, while applying security and tracking along the way.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3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0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0" name="Google Shape;150;p31"/>
          <p:cNvCxnSpPr>
            <a:stCxn id="145" idx="3"/>
            <a:endCxn id="144" idx="2"/>
          </p:cNvCxnSpPr>
          <p:nvPr/>
        </p:nvCxnSpPr>
        <p:spPr>
          <a:xfrm>
            <a:off x="2811489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1" name="Google Shape;15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3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2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7" name="Google Shape;167;p32"/>
          <p:cNvCxnSpPr>
            <a:stCxn id="161" idx="1"/>
            <a:endCxn id="168" idx="2"/>
          </p:cNvCxnSpPr>
          <p:nvPr/>
        </p:nvCxnSpPr>
        <p:spPr>
          <a:xfrm rot="10800000">
            <a:off x="4383184" y="2244783"/>
            <a:ext cx="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9" name="Google Shape;169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3697700" y="1356600"/>
            <a:ext cx="1371000" cy="31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3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3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3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3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37500" y="3751375"/>
            <a:ext cx="470700" cy="4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4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2" name="Google Shape;202;p34"/>
          <p:cNvCxnSpPr>
            <a:stCxn id="196" idx="0"/>
            <a:endCxn id="198" idx="1"/>
          </p:cNvCxnSpPr>
          <p:nvPr/>
        </p:nvCxnSpPr>
        <p:spPr>
          <a:xfrm>
            <a:off x="4713311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3" name="Google Shape;203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3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5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9" name="Google Shape;219;p35"/>
          <p:cNvCxnSpPr>
            <a:stCxn id="213" idx="0"/>
            <a:endCxn id="215" idx="1"/>
          </p:cNvCxnSpPr>
          <p:nvPr/>
        </p:nvCxnSpPr>
        <p:spPr>
          <a:xfrm>
            <a:off x="4713311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220" name="Google Shape;220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6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36"/>
          <p:cNvCxnSpPr>
            <a:stCxn id="230" idx="1"/>
            <a:endCxn id="237" idx="2"/>
          </p:cNvCxnSpPr>
          <p:nvPr/>
        </p:nvCxnSpPr>
        <p:spPr>
          <a:xfrm rot="10800000">
            <a:off x="4383184" y="2244783"/>
            <a:ext cx="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8" name="Google Shape;23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/>
          <p:nvPr/>
        </p:nvSpPr>
        <p:spPr>
          <a:xfrm>
            <a:off x="3697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3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7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4084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1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 txBox="1"/>
          <p:nvPr/>
        </p:nvSpPr>
        <p:spPr>
          <a:xfrm>
            <a:off x="2183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4042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6003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p37"/>
          <p:cNvCxnSpPr>
            <a:stCxn id="248" idx="2"/>
            <a:endCxn id="249" idx="3"/>
          </p:cNvCxnSpPr>
          <p:nvPr/>
        </p:nvCxnSpPr>
        <p:spPr>
          <a:xfrm rot="10800000">
            <a:off x="2811357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5" name="Google Shape;25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7"/>
          <p:cNvSpPr txBox="1"/>
          <p:nvPr/>
        </p:nvSpPr>
        <p:spPr>
          <a:xfrm>
            <a:off x="4163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Traffic Routing: Example</a:t>
            </a:r>
            <a:endParaRPr/>
          </a:p>
        </p:txBody>
      </p:sp>
      <p:pic>
        <p:nvPicPr>
          <p:cNvPr id="262" name="Google Shape;2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3400" y="1140600"/>
            <a:ext cx="5337199" cy="400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