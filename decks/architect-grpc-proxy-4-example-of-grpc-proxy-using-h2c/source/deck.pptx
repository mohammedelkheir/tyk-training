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 Light"/>
      <p:regular r:id="rId10"/>
      <p:bold r:id="rId11"/>
      <p:italic r:id="rId12"/>
      <p:boldItalic r:id="rId13"/>
    </p:embeddedFon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Light-bold.fntdata"/><Relationship Id="rId10" Type="http://schemas.openxmlformats.org/officeDocument/2006/relationships/font" Target="fonts/InterLight-regular.fntdata"/><Relationship Id="rId13" Type="http://schemas.openxmlformats.org/officeDocument/2006/relationships/font" Target="fonts/InterLight-boldItalic.fntdata"/><Relationship Id="rId12" Type="http://schemas.openxmlformats.org/officeDocument/2006/relationships/font" Target="fonts/Inter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61282fca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61282fca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282fc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282fc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example, we’ll walk through how to set up a gRPC proxy using H2C—HTTP/2 without TLS. This is the most straightforward way to test a gRPC setup with Tyk locally or internally. All you need is a basic gRPC server, a tool like grpcurl to simulate requests, and a running Tyk Gateway and Dashboard.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62ae71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62ae7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"Once the server is up, jump into the Tyk Dashboard to define the API. Tyk needs to know this is an h2c-based backend, so the target_url must use the h2c:// scheme. Also, don’t forget to uncheck the 'Strip listen path' setting—this ensures the full method name is passed along correctly."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62ae714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62ae714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"Once the setup is done, you can use grpcurl to send a test request through the Tyk Gateway. The -plaintext flag is important—it tells grpcurl not to use TLS, aligning with our h2c setup. If everything’s configured correctly, you'll see a friendly message returned: 'Hello joe'."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grpc/grpc-go/tree/master/examples/helloworl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/>
        </p:nvSpPr>
        <p:spPr>
          <a:xfrm>
            <a:off x="1415550" y="1909950"/>
            <a:ext cx="6312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Example of gRPC proxy using H2C</a:t>
            </a:r>
            <a:endParaRPr b="1" sz="3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gRPC Proxy Example Using H2C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case: Local setup for development or internal testing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Tools required: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Server (e.g., </a:t>
            </a:r>
            <a:r>
              <a:rPr lang="en-GB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HelloWorld example from GitHub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Client (e.g., grpcurl)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Gateway &amp;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gRPC client → Tyk Gateway → gRPC server (H2C connection)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gRPC H2C Proxy Setup Steps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 your HellowWorld gRPC server (e.g., at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localhost:50051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Tyk Dashboard, create a new API: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Protocol to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Uncheck Strip listen path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Listen Path to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/helloworld.Greeter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lphaL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Target URL to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h2c://localhost:50051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Save and wait for the Gateway to reload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AutoNum type="arabicPeriod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Note: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h2c://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prefix is key for enabling non-TLS HTTP/2 routing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415200" y="925600"/>
            <a:ext cx="773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233275"/>
            <a:ext cx="785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Testing the Proxy</a:t>
            </a:r>
            <a:endParaRPr b="1" sz="33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63625" y="1125700"/>
            <a:ext cx="7738200" cy="4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Command Example: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grpcurl -plaintext \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-proto helloworld.proto \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-d '{"name": "joe"}' \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tyk-gateway:8080 \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helloworld.Greeter/SayHello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Expected Response: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{"message": "Hello joe"}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