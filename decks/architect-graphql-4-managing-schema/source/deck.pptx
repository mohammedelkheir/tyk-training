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Inter Light"/>
      <p:regular r:id="rId8"/>
      <p:bold r:id="rId9"/>
      <p:italic r:id="rId10"/>
      <p:boldItalic r:id="rId11"/>
    </p:embeddedFont>
    <p:embeddedFont>
      <p:font typeface="Roboto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  <p:embeddedFont>
      <p:font typeface="Open Sans SemiBold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SemiBold-regular.fntdata"/><Relationship Id="rId11" Type="http://schemas.openxmlformats.org/officeDocument/2006/relationships/font" Target="fonts/InterLight-boldItalic.fntdata"/><Relationship Id="rId22" Type="http://schemas.openxmlformats.org/officeDocument/2006/relationships/font" Target="fonts/OpenSansSemiBold-italic.fntdata"/><Relationship Id="rId10" Type="http://schemas.openxmlformats.org/officeDocument/2006/relationships/font" Target="fonts/InterLight-italic.fntdata"/><Relationship Id="rId21" Type="http://schemas.openxmlformats.org/officeDocument/2006/relationships/font" Target="fonts/OpenSansSemiBold-bold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23" Type="http://schemas.openxmlformats.org/officeDocument/2006/relationships/font" Target="fonts/OpenSans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Light-bold.fntdata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Inter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font" Target="fonts/Inter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e7a50b0b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e7a50b0b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Once your GraphQL Proxy Only API is set up, it’s important to </a:t>
            </a:r>
            <a:r>
              <a:rPr b="1" lang="en-GB">
                <a:solidFill>
                  <a:schemeClr val="dk1"/>
                </a:solidFill>
              </a:rPr>
              <a:t>keep the schema in sync</a:t>
            </a:r>
            <a:r>
              <a:rPr lang="en-GB">
                <a:solidFill>
                  <a:schemeClr val="dk1"/>
                </a:solidFill>
              </a:rPr>
              <a:t> with your upstream service.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Over time, your upstream GraphQL service may evolve — maybe new queries are added, fields are removed, or types are renamed. Tyk doesn’t automatically update the schema on your behalf — </a:t>
            </a:r>
            <a:r>
              <a:rPr b="1" lang="en-GB">
                <a:solidFill>
                  <a:schemeClr val="dk1"/>
                </a:solidFill>
              </a:rPr>
              <a:t>you’ll need to manually re-sync</a:t>
            </a:r>
            <a:r>
              <a:rPr lang="en-GB">
                <a:solidFill>
                  <a:schemeClr val="dk1"/>
                </a:solidFill>
              </a:rPr>
              <a:t> it to reflect those changes.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To help with this, the </a:t>
            </a:r>
            <a:r>
              <a:rPr b="1" lang="en-GB">
                <a:solidFill>
                  <a:schemeClr val="dk1"/>
                </a:solidFill>
              </a:rPr>
              <a:t>Tyk Dashboard</a:t>
            </a:r>
            <a:r>
              <a:rPr lang="en-GB">
                <a:solidFill>
                  <a:schemeClr val="dk1"/>
                </a:solidFill>
              </a:rPr>
              <a:t> displays the </a:t>
            </a:r>
            <a:r>
              <a:rPr b="1" lang="en-GB">
                <a:solidFill>
                  <a:schemeClr val="dk1"/>
                </a:solidFill>
              </a:rPr>
              <a:t>last sync timestamp</a:t>
            </a:r>
            <a:r>
              <a:rPr lang="en-GB">
                <a:solidFill>
                  <a:schemeClr val="dk1"/>
                </a:solidFill>
              </a:rPr>
              <a:t> for the schema. This makes it easy to tell if it’s been a while since the last update.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Go to your API in the Tyk Dashboard.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Click </a:t>
            </a:r>
            <a:r>
              <a:rPr b="1" lang="en-GB">
                <a:solidFill>
                  <a:schemeClr val="dk1"/>
                </a:solidFill>
              </a:rPr>
              <a:t>“Get latest version”</a:t>
            </a:r>
            <a:r>
              <a:rPr lang="en-GB">
                <a:solidFill>
                  <a:schemeClr val="dk1"/>
                </a:solidFill>
              </a:rPr>
              <a:t> — this will run a fresh </a:t>
            </a:r>
            <a:r>
              <a:rPr b="1" lang="en-GB">
                <a:solidFill>
                  <a:schemeClr val="dk1"/>
                </a:solidFill>
              </a:rPr>
              <a:t>introspection query</a:t>
            </a:r>
            <a:r>
              <a:rPr lang="en-GB">
                <a:solidFill>
                  <a:schemeClr val="dk1"/>
                </a:solidFill>
              </a:rPr>
              <a:t> against your upstream.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Once the schema loads, click </a:t>
            </a:r>
            <a:r>
              <a:rPr b="1" lang="en-GB">
                <a:solidFill>
                  <a:schemeClr val="dk1"/>
                </a:solidFill>
              </a:rPr>
              <a:t>“Update”</a:t>
            </a:r>
            <a:r>
              <a:rPr lang="en-GB">
                <a:solidFill>
                  <a:schemeClr val="dk1"/>
                </a:solidFill>
              </a:rPr>
              <a:t> in the top-right corner to apply the new schema to your Tyk API.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And just like that, your API is now working with the </a:t>
            </a:r>
            <a:r>
              <a:rPr b="1" lang="en-GB">
                <a:solidFill>
                  <a:schemeClr val="dk1"/>
                </a:solidFill>
              </a:rPr>
              <a:t>latest schema</a:t>
            </a:r>
            <a:r>
              <a:rPr lang="en-GB">
                <a:solidFill>
                  <a:schemeClr val="dk1"/>
                </a:solidFill>
              </a:rPr>
              <a:t> from your backend.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Now, if your upstream service is protected — for example, it requires an </a:t>
            </a:r>
            <a:r>
              <a:rPr b="1" lang="en-GB">
                <a:solidFill>
                  <a:schemeClr val="dk1"/>
                </a:solidFill>
              </a:rPr>
              <a:t>authorization token</a:t>
            </a:r>
            <a:r>
              <a:rPr lang="en-GB">
                <a:solidFill>
                  <a:schemeClr val="dk1"/>
                </a:solidFill>
              </a:rPr>
              <a:t> — you need to make sure Tyk can authenticate before fetching the schema.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To do this: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Navigate to your API in the Dashboard.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Go to </a:t>
            </a:r>
            <a:r>
              <a:rPr b="1" lang="en-GB">
                <a:solidFill>
                  <a:schemeClr val="dk1"/>
                </a:solidFill>
              </a:rPr>
              <a:t>Advanced Options &gt; Upstream Auth Headers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Add your </a:t>
            </a:r>
            <a:r>
              <a:rPr b="1" lang="en-GB">
                <a:solidFill>
                  <a:schemeClr val="dk1"/>
                </a:solidFill>
              </a:rPr>
              <a:t>Authorization header</a:t>
            </a:r>
            <a:r>
              <a:rPr lang="en-GB">
                <a:solidFill>
                  <a:schemeClr val="dk1"/>
                </a:solidFill>
              </a:rPr>
              <a:t> — for example, a </a:t>
            </a:r>
            <a:r>
              <a:rPr b="1" lang="en-GB">
                <a:solidFill>
                  <a:schemeClr val="dk1"/>
                </a:solidFill>
              </a:rPr>
              <a:t>Bearer token</a:t>
            </a:r>
            <a:r>
              <a:rPr lang="en-GB">
                <a:solidFill>
                  <a:schemeClr val="dk1"/>
                </a:solidFill>
              </a:rPr>
              <a:t> or </a:t>
            </a:r>
            <a:r>
              <a:rPr b="1" lang="en-GB">
                <a:solidFill>
                  <a:schemeClr val="dk1"/>
                </a:solidFill>
              </a:rPr>
              <a:t>Basic Auth credentials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Tyk will then include this header whenever it runs an introspection query or forwards requests to the upstream — ensuring everything continues to work securely.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" name="Google Shape;67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2" name="Google Shape;82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97" name="Google Shape;97;p25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5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dark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2" name="Google Shape;102;p26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sz="1800">
                <a:solidFill>
                  <a:srgbClr val="E1E1E1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3" name="Google Shape;103;p26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09EAE"/>
              </a:gs>
              <a:gs pos="100000">
                <a:srgbClr val="00D9BA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white">
  <p:cSld name="SECTION_HEADER_1_1_1_1"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6" name="Google Shape;106;p27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sz="1800">
                <a:solidFill>
                  <a:srgbClr val="0D0D18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7" name="Google Shape;107;p27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A237D"/>
              </a:gs>
              <a:gs pos="100000">
                <a:srgbClr val="2F3F9E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/>
        </p:nvSpPr>
        <p:spPr>
          <a:xfrm>
            <a:off x="720000" y="1001800"/>
            <a:ext cx="8139900" cy="3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Keeping Your Schema in Sync: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Schema updates may be needed when your upstream GraphQL service changes.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The Tyk Dashboard displays the last sync timestamp for your API schema.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Syncing the Schema: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Click "Get latest version" to fetch the schema via introspection query.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Then, click "Update" (top right) to apply the new schema.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Upstream Authentication (if protected):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Navigate to: API &gt; Advanced Options &gt; Upstream Auth Headers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Add your Authorization Header (e.g., bearer token or basic auth).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2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8"/>
          <p:cNvSpPr txBox="1"/>
          <p:nvPr/>
        </p:nvSpPr>
        <p:spPr>
          <a:xfrm>
            <a:off x="720000" y="309475"/>
            <a:ext cx="7023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Managing Schema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6" name="Google Shape;11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000" y="2156875"/>
            <a:ext cx="8000850" cy="96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