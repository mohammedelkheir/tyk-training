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Inter"/>
      <p:regular r:id="rId10"/>
      <p:bold r:id="rId11"/>
      <p:italic r:id="rId12"/>
      <p:boldItalic r:id="rId13"/>
    </p:embeddedFont>
    <p:embeddedFont>
      <p:font typeface="Open Sans SemiBold"/>
      <p:regular r:id="rId14"/>
      <p:bold r:id="rId15"/>
      <p:italic r:id="rId16"/>
      <p:boldItalic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font" Target="fonts/Inter-bold.fntdata"/><Relationship Id="rId10" Type="http://schemas.openxmlformats.org/officeDocument/2006/relationships/font" Target="fonts/Inter-regular.fntdata"/><Relationship Id="rId21" Type="http://schemas.openxmlformats.org/officeDocument/2006/relationships/font" Target="fonts/OpenSans-boldItalic.fntdata"/><Relationship Id="rId13" Type="http://schemas.openxmlformats.org/officeDocument/2006/relationships/font" Target="fonts/Inter-boldItalic.fntdata"/><Relationship Id="rId12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SemiBold-bold.fntdata"/><Relationship Id="rId14" Type="http://schemas.openxmlformats.org/officeDocument/2006/relationships/font" Target="fonts/OpenSansSemiBold-regular.fntdata"/><Relationship Id="rId17" Type="http://schemas.openxmlformats.org/officeDocument/2006/relationships/font" Target="fonts/OpenSansSemiBold-boldItalic.fntdata"/><Relationship Id="rId16" Type="http://schemas.openxmlformats.org/officeDocument/2006/relationships/font" Target="fonts/OpenSansSemiBold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1dcb0dd5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1dcb0dd5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a13478c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a13478c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a13478c2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a13478c2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a13478c2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a13478c2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53" name="Google Shape;53;p13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Blank" showMasterSp="0">
  <p:cSld name="Light Blank">
    <p:bg>
      <p:bgPr>
        <a:solidFill>
          <a:srgbClr val="F7F9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RGB-Transparent1-WEB.png" id="57" name="Google Shape;57;p14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739188" y="4762500"/>
            <a:ext cx="162600" cy="160200"/>
          </a:xfrm>
          <a:prstGeom prst="rect">
            <a:avLst/>
          </a:prstGeom>
          <a:noFill/>
          <a:ln>
            <a:noFill/>
          </a:ln>
          <a:effectLst>
            <a:outerShdw blurRad="381000" rotWithShape="0">
              <a:srgbClr val="000000">
                <a:alpha val="29409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b="0" sz="900">
              <a:solidFill>
                <a:srgbClr val="7A79A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376425" y="962175"/>
            <a:ext cx="8425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API </a:t>
            </a: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Security with Tyk: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Request Throttling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1738950" y="2246175"/>
            <a:ext cx="5679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Learn how request throttling in Tyk controls the speed of incoming API requests to prevent overload. It ensures backend stability by spacing out traffic bursts and enforcing real-time rate limits per user or key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Throttling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869950" y="13668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Throttling enables requests which exceed their rate limit to be retried by the API Gateway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Gateway will retry the request a number of times until it either succeeds or fails too many times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process can reduce the number of rate limit error responses received by API Clients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throttling process is hidden from the API Client, as their connection is kept open during the throttling process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Throttling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869950" y="13668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Throttling can be configured on Keys and Policies by setting a throttling interval and retry limit: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Interval: Number of seconds to wait between retries, defined by the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throttle_interval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property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Retry limit: Number of retries to attempt, defined by the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throttle_retry_limit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property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Policies can define separate throttling configurations for each API they grant access to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Setting the properties to -1 will disable throttling, which is the default setting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Throttling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1477" y="142175"/>
            <a:ext cx="4662826" cy="4859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