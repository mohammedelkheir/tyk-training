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df8a3e4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df8a3e4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Tyk’s persisted query middleware isn’t limited to static variable values.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You can dynamically extract variables from the request—either from headers or from the URL path—using Tyk’s request context variables.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adds flexibility and enables more personalized or user-specific GraphQL queries using simple REST calls.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df8a3e4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df8a3e4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Here, we’re using a header called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code</a:t>
            </a:r>
            <a:r>
              <a:rPr lang="en-GB">
                <a:solidFill>
                  <a:schemeClr val="dk1"/>
                </a:solidFill>
              </a:rPr>
              <a:t> as the value for the GraphQL variable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countryCode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way, your consumers can send different values in the header, and Tyk will inject them into the query.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It’s especially useful when your consumers can’t modify the URL but can control headers.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df8a3e4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df8a3e4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Tyk’s persisted query middleware isn’t limited to static variable values.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can dynamically extract variables from the request—either from headers or from the URL path—using Tyk’s request context variables.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adds flexibility and enables more personalized or user-specific GraphQL queries using simple REST calls.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fdf8a3e4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fdf8a3e4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case, we’re using a path parameter from the URL itself to extract the variable value.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will automatically parse the value after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/getCountryByCode/</a:t>
            </a:r>
            <a:r>
              <a:rPr lang="en-GB">
                <a:solidFill>
                  <a:schemeClr val="dk1"/>
                </a:solidFill>
              </a:rPr>
              <a:t> and inject it into the GraphQL query.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is great for clean, REST-style API paths while still harnessing GraphQL behind the scenes.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df8a3e4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fdf8a3e4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Tyk’s persisted query middleware isn’t limited to static variable values.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can dynamically extract variables from the request—either from headers or from the URL path—using Tyk’s request context variables.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adds flexibility and enables more personalized or user-specific GraphQL queries using simple REST calls.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8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Dynamic Variables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8"/>
          <p:cNvSpPr txBox="1"/>
          <p:nvPr/>
        </p:nvSpPr>
        <p:spPr>
          <a:xfrm>
            <a:off x="390150" y="1049650"/>
            <a:ext cx="78039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You can pass dynamic variables to your persisted GraphQL queries.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Supported sources: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headers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URL path parameters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Tyk context variables to reference them.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Ideal for flexible query inputs without hardcoding values.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Dynamic Variables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390150" y="1049650"/>
            <a:ext cx="60726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Extract countryCode from request header code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"method": "GET",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"path": "/getCountryByCode",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"operation": "query ($countryCode: ID!) {\n   country(code: $countryCode) {\n        code\n        name\n   }\n}",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"variables":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"countryCode": "$tyk_context.headers_Code"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9"/>
          <p:cNvSpPr txBox="1"/>
          <p:nvPr/>
        </p:nvSpPr>
        <p:spPr>
          <a:xfrm>
            <a:off x="5830775" y="1274800"/>
            <a:ext cx="3059400" cy="2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Header: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code: UK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Dynamic Variables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30"/>
          <p:cNvSpPr txBox="1"/>
          <p:nvPr/>
        </p:nvSpPr>
        <p:spPr>
          <a:xfrm>
            <a:off x="390150" y="1049650"/>
            <a:ext cx="60726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"data":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"country":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"code": "UK",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"name": "United Kingdom"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1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Dynamic Variables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390150" y="1049650"/>
            <a:ext cx="60726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Extract countryCode from the URL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"method": "GET",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"path": "/getCountryByCode/{countryCode}",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"operation": "query ($countryCode: ID!) {\n   country(code: $countryCode) {\n        code\n        name\n   }\n}",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"variables":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"countryCode": "$path.countryCode"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31"/>
          <p:cNvSpPr txBox="1"/>
          <p:nvPr/>
        </p:nvSpPr>
        <p:spPr>
          <a:xfrm>
            <a:off x="5830775" y="1274800"/>
            <a:ext cx="3059400" cy="2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Request URL: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/getCountryByCode/NG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Dynamic Variables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90150" y="1049650"/>
            <a:ext cx="60726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"data":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"country":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"code": "NG",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"name": "Nigeria"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