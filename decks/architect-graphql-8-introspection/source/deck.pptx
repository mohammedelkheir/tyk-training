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4"/>
    <p:sldMasterId id="2147483674" r:id="rId5"/>
  </p:sldMasterIdLst>
  <p:notesMasterIdLst>
    <p:notesMasterId r:id="rId6"/>
  </p:notesMasterIdLst>
  <p:sldIdLst>
    <p:sldId id="256" r:id="rId7"/>
    <p:sldId id="257" r:id="rId8"/>
    <p:sldId id="258" r:id="rId9"/>
    <p:sldId id="259" r:id="rId10"/>
    <p:sldId id="260" r:id="rId11"/>
  </p:sldIdLst>
  <p:sldSz cy="5143500" cx="9144000"/>
  <p:notesSz cx="6858000" cy="9144000"/>
  <p:embeddedFontLst>
    <p:embeddedFont>
      <p:font typeface="Inter Light"/>
      <p:regular r:id="rId12"/>
      <p:bold r:id="rId13"/>
      <p:italic r:id="rId14"/>
      <p:boldItalic r:id="rId15"/>
    </p:embeddedFont>
    <p:embeddedFont>
      <p:font typeface="Roboto"/>
      <p:regular r:id="rId16"/>
      <p:bold r:id="rId17"/>
      <p:italic r:id="rId18"/>
      <p:boldItalic r:id="rId19"/>
    </p:embeddedFont>
    <p:embeddedFont>
      <p:font typeface="Inter"/>
      <p:regular r:id="rId20"/>
      <p:bold r:id="rId21"/>
      <p:italic r:id="rId22"/>
      <p:boldItalic r:id="rId23"/>
    </p:embeddedFont>
    <p:embeddedFont>
      <p:font typeface="Open Sans SemiBold"/>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regular.fntdata"/><Relationship Id="rId22" Type="http://schemas.openxmlformats.org/officeDocument/2006/relationships/font" Target="fonts/Inter-italic.fntdata"/><Relationship Id="rId21" Type="http://schemas.openxmlformats.org/officeDocument/2006/relationships/font" Target="fonts/Inter-bold.fntdata"/><Relationship Id="rId24" Type="http://schemas.openxmlformats.org/officeDocument/2006/relationships/font" Target="fonts/OpenSansSemiBold-regular.fntdata"/><Relationship Id="rId23" Type="http://schemas.openxmlformats.org/officeDocument/2006/relationships/font" Target="fonts/Inter-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OpenSansSemiBold-italic.fntdata"/><Relationship Id="rId25" Type="http://schemas.openxmlformats.org/officeDocument/2006/relationships/font" Target="fonts/OpenSansSemiBold-bold.fntdata"/><Relationship Id="rId27" Type="http://schemas.openxmlformats.org/officeDocument/2006/relationships/font" Target="fonts/OpenSansSemiBold-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font" Target="fonts/InterLight-bold.fntdata"/><Relationship Id="rId12" Type="http://schemas.openxmlformats.org/officeDocument/2006/relationships/font" Target="fonts/InterLight-regular.fntdata"/><Relationship Id="rId15" Type="http://schemas.openxmlformats.org/officeDocument/2006/relationships/font" Target="fonts/InterLight-boldItalic.fntdata"/><Relationship Id="rId14" Type="http://schemas.openxmlformats.org/officeDocument/2006/relationships/font" Target="fonts/InterLight-italic.fntdata"/><Relationship Id="rId17" Type="http://schemas.openxmlformats.org/officeDocument/2006/relationships/font" Target="fonts/Roboto-bold.fntdata"/><Relationship Id="rId16" Type="http://schemas.openxmlformats.org/officeDocument/2006/relationships/font" Target="fonts/Roboto-regular.fntdata"/><Relationship Id="rId19" Type="http://schemas.openxmlformats.org/officeDocument/2006/relationships/font" Target="fonts/Roboto-boldItalic.fntdata"/><Relationship Id="rId18" Type="http://schemas.openxmlformats.org/officeDocument/2006/relationships/font" Target="fonts/Roboto-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5fdfe9596c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5fdfe9596c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latin typeface="Inter"/>
                <a:ea typeface="Inter"/>
                <a:cs typeface="Inter"/>
                <a:sym typeface="Inter"/>
              </a:rPr>
              <a:t>Introspection is a built-in feature of any GraphQL server. It enables clients to query the server about its schema — which types exist, what fields they have, and what kind of operations are allowed.</a:t>
            </a:r>
            <a:endParaRPr sz="1200">
              <a:solidFill>
                <a:schemeClr val="dk1"/>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latin typeface="Inter"/>
                <a:ea typeface="Inter"/>
                <a:cs typeface="Inter"/>
                <a:sym typeface="Inter"/>
              </a:rPr>
              <a:t>When we create a GraphQL API using Tyk Dashboard, Tyk sends an introspection query to the upstream GraphQL service. This is what populates the Schema tab in the UI.</a:t>
            </a:r>
            <a:endParaRPr sz="1200">
              <a:solidFill>
                <a:schemeClr val="dk1"/>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latin typeface="Inter"/>
                <a:ea typeface="Inter"/>
                <a:cs typeface="Inter"/>
                <a:sym typeface="Inter"/>
              </a:rPr>
              <a:t>One important caveat: introspection always reflects the upstream source. So if you modify the schema in Tyk — say, by limiting fields or renaming types — those changes won’t appear in the introspection results. That’s why it's important to keep your upstream and Tyk-side schemas in sync to avoid confusion during debugging or client integration.</a:t>
            </a:r>
            <a:endParaRPr sz="1200">
              <a:solidFill>
                <a:schemeClr val="dk1"/>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latin typeface="Inter"/>
                <a:ea typeface="Inter"/>
                <a:cs typeface="Inter"/>
                <a:sym typeface="Inter"/>
              </a:rPr>
              <a:t>If you want to learn more about how introspection works at a protocol level, the GraphQL Foundation’s official spec is a great resource.</a:t>
            </a:r>
            <a:endParaRPr sz="12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t/>
            </a:r>
            <a:endParaRPr sz="1200">
              <a:solidFill>
                <a:schemeClr val="dk1"/>
              </a:solidFill>
              <a:latin typeface="Courier New"/>
              <a:ea typeface="Courier New"/>
              <a:cs typeface="Courier New"/>
              <a:sym typeface="Courier New"/>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5fdfe9596c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5fdfe9596c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sz="1200">
                <a:solidFill>
                  <a:schemeClr val="dk1"/>
                </a:solidFill>
                <a:latin typeface="Inter"/>
                <a:ea typeface="Inter"/>
                <a:cs typeface="Inter"/>
                <a:sym typeface="Inter"/>
              </a:rPr>
              <a:t>Introspection is a built-in feature of any GraphQL server. It enables clients to query the server about its schema — which types exist, what fields they have, and what kind of operations are allowed.</a:t>
            </a:r>
            <a:endParaRPr sz="1200">
              <a:solidFill>
                <a:schemeClr val="dk1"/>
              </a:solidFill>
              <a:latin typeface="Inter"/>
              <a:ea typeface="Inter"/>
              <a:cs typeface="Inter"/>
              <a:sym typeface="Inter"/>
            </a:endParaRPr>
          </a:p>
          <a:p>
            <a:pPr indent="0" lvl="0" marL="0" rtl="0" algn="l">
              <a:lnSpc>
                <a:spcPct val="115000"/>
              </a:lnSpc>
              <a:spcBef>
                <a:spcPts val="1200"/>
              </a:spcBef>
              <a:spcAft>
                <a:spcPts val="0"/>
              </a:spcAft>
              <a:buNone/>
            </a:pPr>
            <a:r>
              <a:rPr lang="en-GB" sz="1200">
                <a:solidFill>
                  <a:schemeClr val="dk1"/>
                </a:solidFill>
                <a:latin typeface="Inter"/>
                <a:ea typeface="Inter"/>
                <a:cs typeface="Inter"/>
                <a:sym typeface="Inter"/>
              </a:rPr>
              <a:t>When we create a GraphQL API using Tyk Dashboard, Tyk sends an introspection query to the upstream GraphQL service. This is what populates the Schema tab in the UI.</a:t>
            </a:r>
            <a:endParaRPr sz="1200">
              <a:solidFill>
                <a:schemeClr val="dk1"/>
              </a:solidFill>
              <a:latin typeface="Inter"/>
              <a:ea typeface="Inter"/>
              <a:cs typeface="Inter"/>
              <a:sym typeface="Inter"/>
            </a:endParaRPr>
          </a:p>
          <a:p>
            <a:pPr indent="0" lvl="0" marL="0" rtl="0" algn="l">
              <a:lnSpc>
                <a:spcPct val="115000"/>
              </a:lnSpc>
              <a:spcBef>
                <a:spcPts val="1200"/>
              </a:spcBef>
              <a:spcAft>
                <a:spcPts val="0"/>
              </a:spcAft>
              <a:buNone/>
            </a:pPr>
            <a:r>
              <a:rPr lang="en-GB" sz="1200">
                <a:solidFill>
                  <a:schemeClr val="dk1"/>
                </a:solidFill>
                <a:latin typeface="Inter"/>
                <a:ea typeface="Inter"/>
                <a:cs typeface="Inter"/>
                <a:sym typeface="Inter"/>
              </a:rPr>
              <a:t>One important caveat: introspection always reflects the upstream source. So if you modify the schema in Tyk — say, by limiting fields or renaming types — those changes won’t appear in the introspection results. That’s why it's important to keep your upstream and Tyk-side schemas in sync to avoid confusion during debugging or client integration.</a:t>
            </a:r>
            <a:endParaRPr sz="1200">
              <a:solidFill>
                <a:schemeClr val="dk1"/>
              </a:solidFill>
              <a:latin typeface="Inter"/>
              <a:ea typeface="Inter"/>
              <a:cs typeface="Inter"/>
              <a:sym typeface="Inter"/>
            </a:endParaRPr>
          </a:p>
          <a:p>
            <a:pPr indent="0" lvl="0" marL="0" rtl="0" algn="l">
              <a:lnSpc>
                <a:spcPct val="115000"/>
              </a:lnSpc>
              <a:spcBef>
                <a:spcPts val="1200"/>
              </a:spcBef>
              <a:spcAft>
                <a:spcPts val="0"/>
              </a:spcAft>
              <a:buNone/>
            </a:pPr>
            <a:r>
              <a:rPr lang="en-GB" sz="1200">
                <a:solidFill>
                  <a:schemeClr val="dk1"/>
                </a:solidFill>
                <a:latin typeface="Inter"/>
                <a:ea typeface="Inter"/>
                <a:cs typeface="Inter"/>
                <a:sym typeface="Inter"/>
              </a:rPr>
              <a:t>If you want to learn more about how introspection works at a protocol level, the GraphQL Foundation’s official spec is a great resource.</a:t>
            </a:r>
            <a:endParaRPr sz="12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t/>
            </a:r>
            <a:endParaRPr sz="1200">
              <a:solidFill>
                <a:schemeClr val="dk1"/>
              </a:solidFill>
              <a:latin typeface="Courier New"/>
              <a:ea typeface="Courier New"/>
              <a:cs typeface="Courier New"/>
              <a:sym typeface="Courier New"/>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5fdfe9596c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5fdfe9596c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a:solidFill>
                  <a:schemeClr val="dk1"/>
                </a:solidFill>
              </a:rPr>
              <a:t>GraphQL introspection is designed as a discovery and diagnostic feature to help developers during the development process. It allows tools and developers to query the API for its schema, including types, fields, and relationships.</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However, enabling introspection in production can expose your API’s structure, making it easier for attackers to understand and exploit potential vulnerabilities. For example, they could discover hidden mutations or sensitive fields that were not meant to be public.</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A critical consideration is that if your API is configured with Open (Keyless) authentication, Tyk enables introspection by default, and this setting cannot be changed. This presents a security risk, especially for publicly accessible APIs.</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Tyk allows you to control introspection more securely by disabling it on a per-key or per-policy basis. This configuration can be done through the Tyk Dashboard or programmatically through the Tyk Gateway API.</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The recommendation is to </a:t>
            </a:r>
            <a:r>
              <a:rPr b="1" lang="en-GB">
                <a:solidFill>
                  <a:schemeClr val="dk1"/>
                </a:solidFill>
              </a:rPr>
              <a:t>disable introspection in production environments</a:t>
            </a:r>
            <a:r>
              <a:rPr lang="en-GB">
                <a:solidFill>
                  <a:schemeClr val="dk1"/>
                </a:solidFill>
              </a:rPr>
              <a:t>, and only enable it in development or controlled internal settings.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1200"/>
              </a:spcAft>
              <a:buNone/>
            </a:pPr>
            <a:r>
              <a:t/>
            </a:r>
            <a:endParaRPr sz="1200">
              <a:solidFill>
                <a:schemeClr val="dk1"/>
              </a:solidFill>
              <a:latin typeface="Inter"/>
              <a:ea typeface="Inter"/>
              <a:cs typeface="Inter"/>
              <a:sym typeface="Inte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5fdfe9596c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5fdfe9596c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a:solidFill>
                  <a:schemeClr val="dk1"/>
                </a:solidFill>
              </a:rPr>
              <a:t>Any GraphQL API can be explored using </a:t>
            </a:r>
            <a:r>
              <a:rPr b="1" lang="en-GB">
                <a:solidFill>
                  <a:schemeClr val="dk1"/>
                </a:solidFill>
              </a:rPr>
              <a:t>introspection queries</a:t>
            </a:r>
            <a:r>
              <a:rPr lang="en-GB">
                <a:solidFill>
                  <a:schemeClr val="dk1"/>
                </a:solidFill>
              </a:rPr>
              <a:t>.</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These special queries allow clients to </a:t>
            </a:r>
            <a:r>
              <a:rPr b="1" lang="en-GB">
                <a:solidFill>
                  <a:schemeClr val="dk1"/>
                </a:solidFill>
              </a:rPr>
              <a:t>discover detailed information about the schema</a:t>
            </a:r>
            <a:r>
              <a:rPr lang="en-GB">
                <a:solidFill>
                  <a:schemeClr val="dk1"/>
                </a:solidFill>
              </a:rPr>
              <a:t> — including types, fields, and relationships — without prior knowledge.</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For example, you can run an introspection query that lists </a:t>
            </a:r>
            <a:r>
              <a:rPr b="1" lang="en-GB">
                <a:solidFill>
                  <a:schemeClr val="dk1"/>
                </a:solidFill>
              </a:rPr>
              <a:t>all types in the schema</a:t>
            </a:r>
            <a:r>
              <a:rPr lang="en-GB">
                <a:solidFill>
                  <a:schemeClr val="dk1"/>
                </a:solidFill>
              </a:rPr>
              <a:t>.</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This capability is powerful for tools like API explorers or clients that need to dynamically understand the API structure.</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1200"/>
              </a:spcAft>
              <a:buNone/>
            </a:pPr>
            <a:r>
              <a:t/>
            </a:r>
            <a:endParaRPr sz="1200">
              <a:solidFill>
                <a:schemeClr val="dk1"/>
              </a:solidFill>
              <a:latin typeface="Inter"/>
              <a:ea typeface="Inter"/>
              <a:cs typeface="Inter"/>
              <a:sym typeface="Inte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5fdfe9596c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5fdfe9596c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a:solidFill>
                  <a:schemeClr val="dk1"/>
                </a:solidFill>
              </a:rPr>
              <a:t>GraphQL introspection allows you to explore the schema dynamically by sending different types of queries.</a:t>
            </a:r>
            <a:br>
              <a:rPr lang="en-GB">
                <a:solidFill>
                  <a:schemeClr val="dk1"/>
                </a:solidFill>
              </a:rPr>
            </a:br>
            <a:endParaRPr>
              <a:solidFill>
                <a:schemeClr val="dk1"/>
              </a:solidFill>
            </a:endParaRPr>
          </a:p>
          <a:p>
            <a:pPr indent="0" lvl="0" marL="0" rtl="0" algn="l">
              <a:lnSpc>
                <a:spcPct val="115000"/>
              </a:lnSpc>
              <a:spcBef>
                <a:spcPts val="1200"/>
              </a:spcBef>
              <a:spcAft>
                <a:spcPts val="0"/>
              </a:spcAft>
              <a:buNone/>
            </a:pPr>
            <a:r>
              <a:rPr lang="en-GB">
                <a:solidFill>
                  <a:schemeClr val="dk1"/>
                </a:solidFill>
              </a:rPr>
              <a:t>The </a:t>
            </a:r>
            <a:r>
              <a:rPr b="1" lang="en-GB">
                <a:solidFill>
                  <a:schemeClr val="dk1"/>
                </a:solidFill>
              </a:rPr>
              <a:t>Schema Overview Query</a:t>
            </a:r>
            <a:r>
              <a:rPr lang="en-GB">
                <a:solidFill>
                  <a:schemeClr val="dk1"/>
                </a:solidFill>
              </a:rPr>
              <a:t> gives a broad picture of everything the API offers, useful for initial exploration.</a:t>
            </a:r>
            <a:br>
              <a:rPr lang="en-GB">
                <a:solidFill>
                  <a:schemeClr val="dk1"/>
                </a:solidFill>
              </a:rPr>
            </a:br>
            <a:endParaRPr>
              <a:solidFill>
                <a:schemeClr val="dk1"/>
              </a:solidFill>
            </a:endParaRPr>
          </a:p>
          <a:p>
            <a:pPr indent="0" lvl="0" marL="0" rtl="0" algn="l">
              <a:lnSpc>
                <a:spcPct val="115000"/>
              </a:lnSpc>
              <a:spcBef>
                <a:spcPts val="1200"/>
              </a:spcBef>
              <a:spcAft>
                <a:spcPts val="0"/>
              </a:spcAft>
              <a:buNone/>
            </a:pPr>
            <a:r>
              <a:rPr b="1" lang="en-GB">
                <a:solidFill>
                  <a:schemeClr val="dk1"/>
                </a:solidFill>
              </a:rPr>
              <a:t>Single Type Details Query</a:t>
            </a:r>
            <a:r>
              <a:rPr lang="en-GB">
                <a:solidFill>
                  <a:schemeClr val="dk1"/>
                </a:solidFill>
              </a:rPr>
              <a:t> zooms into one type to understand its structure and relationships, essential for detailed API consumption.</a:t>
            </a:r>
            <a:br>
              <a:rPr lang="en-GB">
                <a:solidFill>
                  <a:schemeClr val="dk1"/>
                </a:solidFill>
              </a:rPr>
            </a:br>
            <a:endParaRPr>
              <a:solidFill>
                <a:schemeClr val="dk1"/>
              </a:solidFill>
            </a:endParaRPr>
          </a:p>
          <a:p>
            <a:pPr indent="0" lvl="0" marL="0" rtl="0" algn="l">
              <a:lnSpc>
                <a:spcPct val="115000"/>
              </a:lnSpc>
              <a:spcBef>
                <a:spcPts val="1200"/>
              </a:spcBef>
              <a:spcAft>
                <a:spcPts val="0"/>
              </a:spcAft>
              <a:buNone/>
            </a:pPr>
            <a:r>
              <a:rPr b="1" lang="en-GB">
                <a:solidFill>
                  <a:schemeClr val="dk1"/>
                </a:solidFill>
              </a:rPr>
              <a:t>Field Arguments Query</a:t>
            </a:r>
            <a:r>
              <a:rPr lang="en-GB">
                <a:solidFill>
                  <a:schemeClr val="dk1"/>
                </a:solidFill>
              </a:rPr>
              <a:t> helps when you want to know what inputs a particular field accepts, aiding in precise query construction.</a:t>
            </a:r>
            <a:br>
              <a:rPr lang="en-GB">
                <a:solidFill>
                  <a:schemeClr val="dk1"/>
                </a:solidFill>
              </a:rPr>
            </a:br>
            <a:endParaRPr>
              <a:solidFill>
                <a:schemeClr val="dk1"/>
              </a:solidFill>
            </a:endParaRPr>
          </a:p>
          <a:p>
            <a:pPr indent="0" lvl="0" marL="0" rtl="0" algn="l">
              <a:lnSpc>
                <a:spcPct val="115000"/>
              </a:lnSpc>
              <a:spcBef>
                <a:spcPts val="1200"/>
              </a:spcBef>
              <a:spcAft>
                <a:spcPts val="0"/>
              </a:spcAft>
              <a:buNone/>
            </a:pPr>
            <a:r>
              <a:rPr b="1" lang="en-GB">
                <a:solidFill>
                  <a:schemeClr val="dk1"/>
                </a:solidFill>
              </a:rPr>
              <a:t>Enum Values Query</a:t>
            </a:r>
            <a:r>
              <a:rPr lang="en-GB">
                <a:solidFill>
                  <a:schemeClr val="dk1"/>
                </a:solidFill>
              </a:rPr>
              <a:t> is handy when working with fields that have a fixed set of possible values, ensuring you use valid inputs.</a:t>
            </a:r>
            <a:br>
              <a:rPr lang="en-GB">
                <a:solidFill>
                  <a:schemeClr val="dk1"/>
                </a:solidFill>
              </a:rPr>
            </a:br>
            <a:endParaRPr>
              <a:solidFill>
                <a:schemeClr val="dk1"/>
              </a:solidFill>
            </a:endParaRPr>
          </a:p>
          <a:p>
            <a:pPr indent="0" lvl="0" marL="0" rtl="0" algn="l">
              <a:lnSpc>
                <a:spcPct val="115000"/>
              </a:lnSpc>
              <a:spcBef>
                <a:spcPts val="1200"/>
              </a:spcBef>
              <a:spcAft>
                <a:spcPts val="0"/>
              </a:spcAft>
              <a:buNone/>
            </a:pPr>
            <a:r>
              <a:rPr lang="en-GB">
                <a:solidFill>
                  <a:schemeClr val="dk1"/>
                </a:solidFill>
              </a:rPr>
              <a:t>Finally, </a:t>
            </a:r>
            <a:r>
              <a:rPr b="1" lang="en-GB">
                <a:solidFill>
                  <a:schemeClr val="dk1"/>
                </a:solidFill>
              </a:rPr>
              <a:t>Interface and Union Types Query</a:t>
            </a:r>
            <a:r>
              <a:rPr lang="en-GB">
                <a:solidFill>
                  <a:schemeClr val="dk1"/>
                </a:solidFill>
              </a:rPr>
              <a:t> helps understand polymorphic types, clarifying what concrete types to expect.</a:t>
            </a:r>
            <a:br>
              <a:rPr lang="en-GB">
                <a:solidFill>
                  <a:schemeClr val="dk1"/>
                </a:solidFill>
              </a:rPr>
            </a:br>
            <a:endParaRPr>
              <a:solidFill>
                <a:schemeClr val="dk1"/>
              </a:solidFill>
            </a:endParaRPr>
          </a:p>
          <a:p>
            <a:pPr indent="0" lvl="0" marL="0" rtl="0" algn="l">
              <a:lnSpc>
                <a:spcPct val="115000"/>
              </a:lnSpc>
              <a:spcBef>
                <a:spcPts val="1200"/>
              </a:spcBef>
              <a:spcAft>
                <a:spcPts val="0"/>
              </a:spcAft>
              <a:buNone/>
            </a:pPr>
            <a:r>
              <a:rPr lang="en-GB">
                <a:solidFill>
                  <a:schemeClr val="dk1"/>
                </a:solidFill>
              </a:rPr>
              <a:t>Knowing these query types helps you debug, document, and build better GraphQL clients and tools.</a:t>
            </a:r>
            <a:endParaRPr>
              <a:solidFill>
                <a:schemeClr val="dk1"/>
              </a:solidFill>
            </a:endParaRPr>
          </a:p>
          <a:p>
            <a:pPr indent="0" lvl="0" marL="0" rtl="0" algn="l">
              <a:lnSpc>
                <a:spcPct val="115000"/>
              </a:lnSpc>
              <a:spcBef>
                <a:spcPts val="1200"/>
              </a:spcBef>
              <a:spcAft>
                <a:spcPts val="1200"/>
              </a:spcAft>
              <a:buNone/>
            </a:pPr>
            <a:r>
              <a:t/>
            </a:r>
            <a:endParaRPr sz="1200">
              <a:solidFill>
                <a:schemeClr val="dk1"/>
              </a:solidFill>
              <a:latin typeface="Inter"/>
              <a:ea typeface="Inter"/>
              <a:cs typeface="Inter"/>
              <a:sym typeface="Inte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0" y="922550"/>
            <a:ext cx="8520600" cy="165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531550"/>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21E9BA"/>
              </a:buClr>
              <a:buSzPts val="2000"/>
              <a:buNone/>
              <a:defRPr sz="2000">
                <a:solidFill>
                  <a:srgbClr val="21E9BA"/>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4" name="Shape 64"/>
        <p:cNvGrpSpPr/>
        <p:nvPr/>
      </p:nvGrpSpPr>
      <p:grpSpPr>
        <a:xfrm>
          <a:off x="0" y="0"/>
          <a:ext cx="0" cy="0"/>
          <a:chOff x="0" y="0"/>
          <a:chExt cx="0" cy="0"/>
        </a:xfrm>
      </p:grpSpPr>
      <p:sp>
        <p:nvSpPr>
          <p:cNvPr id="65" name="Google Shape;65;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66" name="Google Shape;66;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7" name="Google Shape;67;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9" name="Shape 69"/>
        <p:cNvGrpSpPr/>
        <p:nvPr/>
      </p:nvGrpSpPr>
      <p:grpSpPr>
        <a:xfrm>
          <a:off x="0" y="0"/>
          <a:ext cx="0" cy="0"/>
          <a:chOff x="0" y="0"/>
          <a:chExt cx="0" cy="0"/>
        </a:xfrm>
      </p:grpSpPr>
      <p:sp>
        <p:nvSpPr>
          <p:cNvPr id="70" name="Google Shape;70;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71" name="Google Shape;71;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2" name="Shape 72"/>
        <p:cNvGrpSpPr/>
        <p:nvPr/>
      </p:nvGrpSpPr>
      <p:grpSpPr>
        <a:xfrm>
          <a:off x="0" y="0"/>
          <a:ext cx="0" cy="0"/>
          <a:chOff x="0" y="0"/>
          <a:chExt cx="0" cy="0"/>
        </a:xfrm>
      </p:grpSpPr>
      <p:sp>
        <p:nvSpPr>
          <p:cNvPr id="73" name="Google Shape;73;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4" name="Google Shape;74;p19"/>
          <p:cNvSpPr txBox="1"/>
          <p:nvPr>
            <p:ph idx="1" type="body"/>
          </p:nvPr>
        </p:nvSpPr>
        <p:spPr>
          <a:xfrm>
            <a:off x="311700" y="1389600"/>
            <a:ext cx="50364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5" name="Google Shape;75;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6" name="Shape 76"/>
        <p:cNvGrpSpPr/>
        <p:nvPr/>
      </p:nvGrpSpPr>
      <p:grpSpPr>
        <a:xfrm>
          <a:off x="0" y="0"/>
          <a:ext cx="0" cy="0"/>
          <a:chOff x="0" y="0"/>
          <a:chExt cx="0" cy="0"/>
        </a:xfrm>
      </p:grpSpPr>
      <p:sp>
        <p:nvSpPr>
          <p:cNvPr id="77" name="Google Shape;77;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8" name="Google Shape;78;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9" name="Shape 79"/>
        <p:cNvGrpSpPr/>
        <p:nvPr/>
      </p:nvGrpSpPr>
      <p:grpSpPr>
        <a:xfrm>
          <a:off x="0" y="0"/>
          <a:ext cx="0" cy="0"/>
          <a:chOff x="0" y="0"/>
          <a:chExt cx="0" cy="0"/>
        </a:xfrm>
      </p:grpSpPr>
      <p:sp>
        <p:nvSpPr>
          <p:cNvPr id="80" name="Google Shape;80;p21"/>
          <p:cNvSpPr/>
          <p:nvPr/>
        </p:nvSpPr>
        <p:spPr>
          <a:xfrm>
            <a:off x="4572000" y="-12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2" name="Google Shape;82;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21E9BA"/>
              </a:buClr>
              <a:buSzPts val="1600"/>
              <a:buNone/>
              <a:defRPr sz="1600">
                <a:solidFill>
                  <a:srgbClr val="21E9BA"/>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3" name="Google Shape;83;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rgbClr val="8438FA"/>
              </a:buClr>
              <a:buSzPts val="1800"/>
              <a:buChar char="●"/>
              <a:defRPr>
                <a:solidFill>
                  <a:srgbClr val="8438FA"/>
                </a:solidFill>
              </a:defRPr>
            </a:lvl1pPr>
            <a:lvl2pPr indent="-317500" lvl="1" marL="914400">
              <a:spcBef>
                <a:spcPts val="0"/>
              </a:spcBef>
              <a:spcAft>
                <a:spcPts val="0"/>
              </a:spcAft>
              <a:buClr>
                <a:srgbClr val="8438FA"/>
              </a:buClr>
              <a:buSzPts val="1400"/>
              <a:buChar char="○"/>
              <a:defRPr>
                <a:solidFill>
                  <a:srgbClr val="8438FA"/>
                </a:solidFill>
              </a:defRPr>
            </a:lvl2pPr>
            <a:lvl3pPr indent="-317500" lvl="2" marL="1371600">
              <a:spcBef>
                <a:spcPts val="0"/>
              </a:spcBef>
              <a:spcAft>
                <a:spcPts val="0"/>
              </a:spcAft>
              <a:buClr>
                <a:srgbClr val="8438FA"/>
              </a:buClr>
              <a:buSzPts val="1400"/>
              <a:buChar char="■"/>
              <a:defRPr>
                <a:solidFill>
                  <a:srgbClr val="8438FA"/>
                </a:solidFill>
              </a:defRPr>
            </a:lvl3pPr>
            <a:lvl4pPr indent="-317500" lvl="3" marL="1828800">
              <a:spcBef>
                <a:spcPts val="0"/>
              </a:spcBef>
              <a:spcAft>
                <a:spcPts val="0"/>
              </a:spcAft>
              <a:buClr>
                <a:srgbClr val="8438FA"/>
              </a:buClr>
              <a:buSzPts val="1400"/>
              <a:buChar char="●"/>
              <a:defRPr>
                <a:solidFill>
                  <a:srgbClr val="8438FA"/>
                </a:solidFill>
              </a:defRPr>
            </a:lvl4pPr>
            <a:lvl5pPr indent="-317500" lvl="4" marL="2286000">
              <a:spcBef>
                <a:spcPts val="0"/>
              </a:spcBef>
              <a:spcAft>
                <a:spcPts val="0"/>
              </a:spcAft>
              <a:buClr>
                <a:srgbClr val="8438FA"/>
              </a:buClr>
              <a:buSzPts val="1400"/>
              <a:buChar char="○"/>
              <a:defRPr>
                <a:solidFill>
                  <a:srgbClr val="8438FA"/>
                </a:solidFill>
              </a:defRPr>
            </a:lvl5pPr>
            <a:lvl6pPr indent="-317500" lvl="5" marL="2743200">
              <a:spcBef>
                <a:spcPts val="0"/>
              </a:spcBef>
              <a:spcAft>
                <a:spcPts val="0"/>
              </a:spcAft>
              <a:buClr>
                <a:srgbClr val="8438FA"/>
              </a:buClr>
              <a:buSzPts val="1400"/>
              <a:buChar char="■"/>
              <a:defRPr>
                <a:solidFill>
                  <a:srgbClr val="8438FA"/>
                </a:solidFill>
              </a:defRPr>
            </a:lvl6pPr>
            <a:lvl7pPr indent="-317500" lvl="6" marL="3200400">
              <a:spcBef>
                <a:spcPts val="0"/>
              </a:spcBef>
              <a:spcAft>
                <a:spcPts val="0"/>
              </a:spcAft>
              <a:buClr>
                <a:srgbClr val="8438FA"/>
              </a:buClr>
              <a:buSzPts val="1400"/>
              <a:buChar char="●"/>
              <a:defRPr>
                <a:solidFill>
                  <a:srgbClr val="8438FA"/>
                </a:solidFill>
              </a:defRPr>
            </a:lvl7pPr>
            <a:lvl8pPr indent="-317500" lvl="7" marL="3657600">
              <a:spcBef>
                <a:spcPts val="0"/>
              </a:spcBef>
              <a:spcAft>
                <a:spcPts val="0"/>
              </a:spcAft>
              <a:buClr>
                <a:srgbClr val="8438FA"/>
              </a:buClr>
              <a:buSzPts val="1400"/>
              <a:buChar char="○"/>
              <a:defRPr>
                <a:solidFill>
                  <a:srgbClr val="8438FA"/>
                </a:solidFill>
              </a:defRPr>
            </a:lvl8pPr>
            <a:lvl9pPr indent="-317500" lvl="8" marL="4114800">
              <a:spcBef>
                <a:spcPts val="0"/>
              </a:spcBef>
              <a:spcAft>
                <a:spcPts val="0"/>
              </a:spcAft>
              <a:buClr>
                <a:srgbClr val="8438FA"/>
              </a:buClr>
              <a:buSzPts val="1400"/>
              <a:buChar char="■"/>
              <a:defRPr>
                <a:solidFill>
                  <a:srgbClr val="8438FA"/>
                </a:solidFill>
              </a:defRPr>
            </a:lvl9pPr>
          </a:lstStyle>
          <a:p/>
        </p:txBody>
      </p:sp>
      <p:sp>
        <p:nvSpPr>
          <p:cNvPr id="84" name="Google Shape;84;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5" name="Shape 85"/>
        <p:cNvGrpSpPr/>
        <p:nvPr/>
      </p:nvGrpSpPr>
      <p:grpSpPr>
        <a:xfrm>
          <a:off x="0" y="0"/>
          <a:ext cx="0" cy="0"/>
          <a:chOff x="0" y="0"/>
          <a:chExt cx="0" cy="0"/>
        </a:xfrm>
      </p:grpSpPr>
      <p:sp>
        <p:nvSpPr>
          <p:cNvPr id="86" name="Google Shape;86;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87" name="Google Shape;87;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8" name="Shape 88"/>
        <p:cNvGrpSpPr/>
        <p:nvPr/>
      </p:nvGrpSpPr>
      <p:grpSpPr>
        <a:xfrm>
          <a:off x="0" y="0"/>
          <a:ext cx="0" cy="0"/>
          <a:chOff x="0" y="0"/>
          <a:chExt cx="0" cy="0"/>
        </a:xfrm>
      </p:grpSpPr>
      <p:sp>
        <p:nvSpPr>
          <p:cNvPr id="89" name="Google Shape;89;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0" name="Google Shape;90;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91" name="Google Shape;91;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2" name="Shape 92"/>
        <p:cNvGrpSpPr/>
        <p:nvPr/>
      </p:nvGrpSpPr>
      <p:grpSpPr>
        <a:xfrm>
          <a:off x="0" y="0"/>
          <a:ext cx="0" cy="0"/>
          <a:chOff x="0" y="0"/>
          <a:chExt cx="0" cy="0"/>
        </a:xfrm>
      </p:grpSpPr>
      <p:sp>
        <p:nvSpPr>
          <p:cNvPr id="93" name="Google Shape;93;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slide" showMasterSp="0">
  <p:cSld name="Light slide">
    <p:bg>
      <p:bgPr>
        <a:solidFill>
          <a:srgbClr val="FFFFFF"/>
        </a:solidFill>
      </p:bgPr>
    </p:bg>
    <p:spTree>
      <p:nvGrpSpPr>
        <p:cNvPr id="94" name="Shape 94"/>
        <p:cNvGrpSpPr/>
        <p:nvPr/>
      </p:nvGrpSpPr>
      <p:grpSpPr>
        <a:xfrm>
          <a:off x="0" y="0"/>
          <a:ext cx="0" cy="0"/>
          <a:chOff x="0" y="0"/>
          <a:chExt cx="0" cy="0"/>
        </a:xfrm>
      </p:grpSpPr>
      <p:sp>
        <p:nvSpPr>
          <p:cNvPr id="95" name="Google Shape;95;p25"/>
          <p:cNvSpPr txBox="1"/>
          <p:nvPr>
            <p:ph idx="1" type="body"/>
          </p:nvPr>
        </p:nvSpPr>
        <p:spPr>
          <a:xfrm>
            <a:off x="951731" y="1115566"/>
            <a:ext cx="5302200" cy="887700"/>
          </a:xfrm>
          <a:prstGeom prst="rect">
            <a:avLst/>
          </a:prstGeom>
          <a:noFill/>
          <a:ln>
            <a:noFill/>
          </a:ln>
        </p:spPr>
        <p:txBody>
          <a:bodyPr anchorCtr="0" anchor="t" bIns="0" lIns="0" spcFirstLastPara="1" rIns="0" wrap="square" tIns="0">
            <a:normAutofit/>
          </a:bodyPr>
          <a:lstStyle>
            <a:lvl1pPr indent="-419100" lvl="0" marL="457200" algn="l">
              <a:lnSpc>
                <a:spcPct val="100000"/>
              </a:lnSpc>
              <a:spcBef>
                <a:spcPts val="0"/>
              </a:spcBef>
              <a:spcAft>
                <a:spcPts val="0"/>
              </a:spcAft>
              <a:buClr>
                <a:srgbClr val="505071"/>
              </a:buClr>
              <a:buSzPts val="3000"/>
              <a:buFont typeface="Arial"/>
              <a:buChar char="●"/>
              <a:defRPr b="1" sz="3000">
                <a:solidFill>
                  <a:srgbClr val="505071"/>
                </a:solidFill>
                <a:latin typeface="Arial"/>
                <a:ea typeface="Arial"/>
                <a:cs typeface="Arial"/>
                <a:sym typeface="Arial"/>
              </a:defRPr>
            </a:lvl1pPr>
            <a:lvl2pPr indent="-273050" lvl="1" marL="914400" algn="l">
              <a:lnSpc>
                <a:spcPct val="120000"/>
              </a:lnSpc>
              <a:spcBef>
                <a:spcPts val="0"/>
              </a:spcBef>
              <a:spcAft>
                <a:spcPts val="0"/>
              </a:spcAft>
              <a:buClr>
                <a:srgbClr val="7A79A1"/>
              </a:buClr>
              <a:buSzPts val="700"/>
              <a:buChar char="○"/>
              <a:defRPr/>
            </a:lvl2pPr>
            <a:lvl3pPr indent="-273050" lvl="2" marL="1371600" algn="l">
              <a:lnSpc>
                <a:spcPct val="120000"/>
              </a:lnSpc>
              <a:spcBef>
                <a:spcPts val="0"/>
              </a:spcBef>
              <a:spcAft>
                <a:spcPts val="0"/>
              </a:spcAft>
              <a:buClr>
                <a:srgbClr val="7A79A1"/>
              </a:buClr>
              <a:buSzPts val="700"/>
              <a:buChar char="■"/>
              <a:defRPr/>
            </a:lvl3pPr>
            <a:lvl4pPr indent="-273050" lvl="3" marL="1828800" algn="l">
              <a:lnSpc>
                <a:spcPct val="120000"/>
              </a:lnSpc>
              <a:spcBef>
                <a:spcPts val="0"/>
              </a:spcBef>
              <a:spcAft>
                <a:spcPts val="0"/>
              </a:spcAft>
              <a:buClr>
                <a:srgbClr val="7A79A1"/>
              </a:buClr>
              <a:buSzPts val="700"/>
              <a:buChar char="●"/>
              <a:defRPr/>
            </a:lvl4pPr>
            <a:lvl5pPr indent="-273050" lvl="4" marL="2286000" algn="l">
              <a:lnSpc>
                <a:spcPct val="120000"/>
              </a:lnSpc>
              <a:spcBef>
                <a:spcPts val="0"/>
              </a:spcBef>
              <a:spcAft>
                <a:spcPts val="0"/>
              </a:spcAft>
              <a:buClr>
                <a:srgbClr val="7A79A1"/>
              </a:buClr>
              <a:buSzPts val="700"/>
              <a:buChar char="○"/>
              <a:defRPr/>
            </a:lvl5pPr>
            <a:lvl6pPr indent="-273050" lvl="5" marL="2743200" algn="l">
              <a:lnSpc>
                <a:spcPct val="120000"/>
              </a:lnSpc>
              <a:spcBef>
                <a:spcPts val="0"/>
              </a:spcBef>
              <a:spcAft>
                <a:spcPts val="0"/>
              </a:spcAft>
              <a:buClr>
                <a:srgbClr val="7A79A1"/>
              </a:buClr>
              <a:buSzPts val="700"/>
              <a:buChar char="■"/>
              <a:defRPr/>
            </a:lvl6pPr>
            <a:lvl7pPr indent="-273050" lvl="6" marL="3200400" algn="l">
              <a:lnSpc>
                <a:spcPct val="120000"/>
              </a:lnSpc>
              <a:spcBef>
                <a:spcPts val="0"/>
              </a:spcBef>
              <a:spcAft>
                <a:spcPts val="0"/>
              </a:spcAft>
              <a:buClr>
                <a:srgbClr val="7A79A1"/>
              </a:buClr>
              <a:buSzPts val="700"/>
              <a:buChar char="●"/>
              <a:defRPr/>
            </a:lvl7pPr>
            <a:lvl8pPr indent="-273050" lvl="7" marL="3657600" algn="l">
              <a:lnSpc>
                <a:spcPct val="120000"/>
              </a:lnSpc>
              <a:spcBef>
                <a:spcPts val="0"/>
              </a:spcBef>
              <a:spcAft>
                <a:spcPts val="0"/>
              </a:spcAft>
              <a:buClr>
                <a:srgbClr val="7A79A1"/>
              </a:buClr>
              <a:buSzPts val="700"/>
              <a:buChar char="○"/>
              <a:defRPr/>
            </a:lvl8pPr>
            <a:lvl9pPr indent="-273050" lvl="8" marL="4114800" algn="l">
              <a:lnSpc>
                <a:spcPct val="120000"/>
              </a:lnSpc>
              <a:spcBef>
                <a:spcPts val="0"/>
              </a:spcBef>
              <a:spcAft>
                <a:spcPts val="0"/>
              </a:spcAft>
              <a:buClr>
                <a:srgbClr val="7A79A1"/>
              </a:buClr>
              <a:buSzPts val="700"/>
              <a:buChar char="■"/>
              <a:defRPr/>
            </a:lvl9pPr>
          </a:lstStyle>
          <a:p/>
        </p:txBody>
      </p:sp>
      <p:sp>
        <p:nvSpPr>
          <p:cNvPr id="96" name="Google Shape;96;p25"/>
          <p:cNvSpPr txBox="1"/>
          <p:nvPr>
            <p:ph idx="2" type="body"/>
          </p:nvPr>
        </p:nvSpPr>
        <p:spPr>
          <a:xfrm>
            <a:off x="934600" y="858391"/>
            <a:ext cx="2825700" cy="200100"/>
          </a:xfrm>
          <a:prstGeom prst="rect">
            <a:avLst/>
          </a:prstGeom>
          <a:noFill/>
          <a:ln>
            <a:noFill/>
          </a:ln>
        </p:spPr>
        <p:txBody>
          <a:bodyPr anchorCtr="0" anchor="t" bIns="19050" lIns="19050" spcFirstLastPara="1" rIns="19050" wrap="square" tIns="19050">
            <a:normAutofit/>
          </a:bodyPr>
          <a:lstStyle>
            <a:lvl1pPr indent="-273050" lvl="0" marL="457200" algn="l">
              <a:lnSpc>
                <a:spcPct val="100000"/>
              </a:lnSpc>
              <a:spcBef>
                <a:spcPts val="0"/>
              </a:spcBef>
              <a:spcAft>
                <a:spcPts val="0"/>
              </a:spcAft>
              <a:buClr>
                <a:srgbClr val="7A79A1"/>
              </a:buClr>
              <a:buSzPts val="700"/>
              <a:buChar char="●"/>
              <a:defRPr/>
            </a:lvl1pPr>
            <a:lvl2pPr indent="-273050" lvl="1" marL="914400" algn="l">
              <a:lnSpc>
                <a:spcPct val="120000"/>
              </a:lnSpc>
              <a:spcBef>
                <a:spcPts val="0"/>
              </a:spcBef>
              <a:spcAft>
                <a:spcPts val="0"/>
              </a:spcAft>
              <a:buClr>
                <a:srgbClr val="7A79A1"/>
              </a:buClr>
              <a:buSzPts val="700"/>
              <a:buChar char="○"/>
              <a:defRPr/>
            </a:lvl2pPr>
            <a:lvl3pPr indent="-273050" lvl="2" marL="1371600" algn="l">
              <a:lnSpc>
                <a:spcPct val="120000"/>
              </a:lnSpc>
              <a:spcBef>
                <a:spcPts val="0"/>
              </a:spcBef>
              <a:spcAft>
                <a:spcPts val="0"/>
              </a:spcAft>
              <a:buClr>
                <a:srgbClr val="7A79A1"/>
              </a:buClr>
              <a:buSzPts val="700"/>
              <a:buChar char="■"/>
              <a:defRPr/>
            </a:lvl3pPr>
            <a:lvl4pPr indent="-273050" lvl="3" marL="1828800" algn="l">
              <a:lnSpc>
                <a:spcPct val="120000"/>
              </a:lnSpc>
              <a:spcBef>
                <a:spcPts val="0"/>
              </a:spcBef>
              <a:spcAft>
                <a:spcPts val="0"/>
              </a:spcAft>
              <a:buClr>
                <a:srgbClr val="7A79A1"/>
              </a:buClr>
              <a:buSzPts val="700"/>
              <a:buChar char="●"/>
              <a:defRPr/>
            </a:lvl4pPr>
            <a:lvl5pPr indent="-273050" lvl="4" marL="2286000" algn="l">
              <a:lnSpc>
                <a:spcPct val="120000"/>
              </a:lnSpc>
              <a:spcBef>
                <a:spcPts val="0"/>
              </a:spcBef>
              <a:spcAft>
                <a:spcPts val="0"/>
              </a:spcAft>
              <a:buClr>
                <a:srgbClr val="7A79A1"/>
              </a:buClr>
              <a:buSzPts val="700"/>
              <a:buChar char="○"/>
              <a:defRPr/>
            </a:lvl5pPr>
            <a:lvl6pPr indent="-273050" lvl="5" marL="2743200" algn="l">
              <a:lnSpc>
                <a:spcPct val="120000"/>
              </a:lnSpc>
              <a:spcBef>
                <a:spcPts val="0"/>
              </a:spcBef>
              <a:spcAft>
                <a:spcPts val="0"/>
              </a:spcAft>
              <a:buClr>
                <a:srgbClr val="7A79A1"/>
              </a:buClr>
              <a:buSzPts val="700"/>
              <a:buChar char="■"/>
              <a:defRPr/>
            </a:lvl6pPr>
            <a:lvl7pPr indent="-273050" lvl="6" marL="3200400" algn="l">
              <a:lnSpc>
                <a:spcPct val="120000"/>
              </a:lnSpc>
              <a:spcBef>
                <a:spcPts val="0"/>
              </a:spcBef>
              <a:spcAft>
                <a:spcPts val="0"/>
              </a:spcAft>
              <a:buClr>
                <a:srgbClr val="7A79A1"/>
              </a:buClr>
              <a:buSzPts val="700"/>
              <a:buChar char="●"/>
              <a:defRPr/>
            </a:lvl7pPr>
            <a:lvl8pPr indent="-273050" lvl="7" marL="3657600" algn="l">
              <a:lnSpc>
                <a:spcPct val="120000"/>
              </a:lnSpc>
              <a:spcBef>
                <a:spcPts val="0"/>
              </a:spcBef>
              <a:spcAft>
                <a:spcPts val="0"/>
              </a:spcAft>
              <a:buClr>
                <a:srgbClr val="7A79A1"/>
              </a:buClr>
              <a:buSzPts val="700"/>
              <a:buChar char="○"/>
              <a:defRPr/>
            </a:lvl8pPr>
            <a:lvl9pPr indent="-273050" lvl="8" marL="4114800" algn="l">
              <a:lnSpc>
                <a:spcPct val="120000"/>
              </a:lnSpc>
              <a:spcBef>
                <a:spcPts val="0"/>
              </a:spcBef>
              <a:spcAft>
                <a:spcPts val="0"/>
              </a:spcAft>
              <a:buClr>
                <a:srgbClr val="7A79A1"/>
              </a:buClr>
              <a:buSzPts val="700"/>
              <a:buChar char="■"/>
              <a:defRPr/>
            </a:lvl9pPr>
          </a:lstStyle>
          <a:p/>
        </p:txBody>
      </p:sp>
      <p:pic>
        <p:nvPicPr>
          <p:cNvPr descr="logo_RGB-Transparent1-WEB.png" id="97" name="Google Shape;97;p25"/>
          <p:cNvPicPr preferRelativeResize="0"/>
          <p:nvPr/>
        </p:nvPicPr>
        <p:blipFill rotWithShape="1">
          <a:blip r:embed="rId2">
            <a:alphaModFix/>
          </a:blip>
          <a:srcRect b="40" l="0" r="0" t="40"/>
          <a:stretch/>
        </p:blipFill>
        <p:spPr>
          <a:xfrm>
            <a:off x="243186" y="4749582"/>
            <a:ext cx="279847" cy="142875"/>
          </a:xfrm>
          <a:prstGeom prst="rect">
            <a:avLst/>
          </a:prstGeom>
          <a:noFill/>
          <a:ln>
            <a:noFill/>
          </a:ln>
        </p:spPr>
      </p:pic>
      <p:sp>
        <p:nvSpPr>
          <p:cNvPr id="98" name="Google Shape;98;p25"/>
          <p:cNvSpPr txBox="1"/>
          <p:nvPr>
            <p:ph idx="3" type="body"/>
          </p:nvPr>
        </p:nvSpPr>
        <p:spPr>
          <a:xfrm>
            <a:off x="951731" y="2296477"/>
            <a:ext cx="3860100" cy="550500"/>
          </a:xfrm>
          <a:prstGeom prst="rect">
            <a:avLst/>
          </a:prstGeom>
          <a:noFill/>
          <a:ln>
            <a:noFill/>
          </a:ln>
        </p:spPr>
        <p:txBody>
          <a:bodyPr anchorCtr="0" anchor="t" bIns="0" lIns="0" spcFirstLastPara="1" rIns="0" wrap="square" tIns="0">
            <a:normAutofit/>
          </a:bodyPr>
          <a:lstStyle>
            <a:lvl1pPr indent="-273050" lvl="0" marL="457200" algn="l">
              <a:lnSpc>
                <a:spcPct val="120000"/>
              </a:lnSpc>
              <a:spcBef>
                <a:spcPts val="0"/>
              </a:spcBef>
              <a:spcAft>
                <a:spcPts val="0"/>
              </a:spcAft>
              <a:buClr>
                <a:srgbClr val="7A79A1"/>
              </a:buClr>
              <a:buSzPts val="700"/>
              <a:buChar char="●"/>
              <a:defRPr/>
            </a:lvl1pPr>
            <a:lvl2pPr indent="-273050" lvl="1" marL="914400" algn="l">
              <a:lnSpc>
                <a:spcPct val="120000"/>
              </a:lnSpc>
              <a:spcBef>
                <a:spcPts val="0"/>
              </a:spcBef>
              <a:spcAft>
                <a:spcPts val="0"/>
              </a:spcAft>
              <a:buClr>
                <a:srgbClr val="7A79A1"/>
              </a:buClr>
              <a:buSzPts val="700"/>
              <a:buChar char="○"/>
              <a:defRPr/>
            </a:lvl2pPr>
            <a:lvl3pPr indent="-273050" lvl="2" marL="1371600" algn="l">
              <a:lnSpc>
                <a:spcPct val="120000"/>
              </a:lnSpc>
              <a:spcBef>
                <a:spcPts val="0"/>
              </a:spcBef>
              <a:spcAft>
                <a:spcPts val="0"/>
              </a:spcAft>
              <a:buClr>
                <a:srgbClr val="7A79A1"/>
              </a:buClr>
              <a:buSzPts val="700"/>
              <a:buChar char="■"/>
              <a:defRPr/>
            </a:lvl3pPr>
            <a:lvl4pPr indent="-273050" lvl="3" marL="1828800" algn="l">
              <a:lnSpc>
                <a:spcPct val="120000"/>
              </a:lnSpc>
              <a:spcBef>
                <a:spcPts val="0"/>
              </a:spcBef>
              <a:spcAft>
                <a:spcPts val="0"/>
              </a:spcAft>
              <a:buClr>
                <a:srgbClr val="7A79A1"/>
              </a:buClr>
              <a:buSzPts val="700"/>
              <a:buChar char="●"/>
              <a:defRPr/>
            </a:lvl4pPr>
            <a:lvl5pPr indent="-273050" lvl="4" marL="2286000" algn="l">
              <a:lnSpc>
                <a:spcPct val="120000"/>
              </a:lnSpc>
              <a:spcBef>
                <a:spcPts val="0"/>
              </a:spcBef>
              <a:spcAft>
                <a:spcPts val="0"/>
              </a:spcAft>
              <a:buClr>
                <a:srgbClr val="7A79A1"/>
              </a:buClr>
              <a:buSzPts val="700"/>
              <a:buChar char="○"/>
              <a:defRPr/>
            </a:lvl5pPr>
            <a:lvl6pPr indent="-273050" lvl="5" marL="2743200" algn="l">
              <a:lnSpc>
                <a:spcPct val="120000"/>
              </a:lnSpc>
              <a:spcBef>
                <a:spcPts val="0"/>
              </a:spcBef>
              <a:spcAft>
                <a:spcPts val="0"/>
              </a:spcAft>
              <a:buClr>
                <a:srgbClr val="7A79A1"/>
              </a:buClr>
              <a:buSzPts val="700"/>
              <a:buChar char="■"/>
              <a:defRPr/>
            </a:lvl6pPr>
            <a:lvl7pPr indent="-273050" lvl="6" marL="3200400" algn="l">
              <a:lnSpc>
                <a:spcPct val="120000"/>
              </a:lnSpc>
              <a:spcBef>
                <a:spcPts val="0"/>
              </a:spcBef>
              <a:spcAft>
                <a:spcPts val="0"/>
              </a:spcAft>
              <a:buClr>
                <a:srgbClr val="7A79A1"/>
              </a:buClr>
              <a:buSzPts val="700"/>
              <a:buChar char="●"/>
              <a:defRPr/>
            </a:lvl7pPr>
            <a:lvl8pPr indent="-273050" lvl="7" marL="3657600" algn="l">
              <a:lnSpc>
                <a:spcPct val="120000"/>
              </a:lnSpc>
              <a:spcBef>
                <a:spcPts val="0"/>
              </a:spcBef>
              <a:spcAft>
                <a:spcPts val="0"/>
              </a:spcAft>
              <a:buClr>
                <a:srgbClr val="7A79A1"/>
              </a:buClr>
              <a:buSzPts val="700"/>
              <a:buChar char="○"/>
              <a:defRPr/>
            </a:lvl8pPr>
            <a:lvl9pPr indent="-273050" lvl="8" marL="4114800" algn="l">
              <a:lnSpc>
                <a:spcPct val="120000"/>
              </a:lnSpc>
              <a:spcBef>
                <a:spcPts val="0"/>
              </a:spcBef>
              <a:spcAft>
                <a:spcPts val="0"/>
              </a:spcAft>
              <a:buClr>
                <a:srgbClr val="7A79A1"/>
              </a:buClr>
              <a:buSzPts val="700"/>
              <a:buChar char="■"/>
              <a:defRPr/>
            </a:lvl9pPr>
          </a:lstStyle>
          <a:p/>
        </p:txBody>
      </p:sp>
      <p:sp>
        <p:nvSpPr>
          <p:cNvPr id="99" name="Google Shape;99;p25"/>
          <p:cNvSpPr txBox="1"/>
          <p:nvPr>
            <p:ph idx="12" type="sldNum"/>
          </p:nvPr>
        </p:nvSpPr>
        <p:spPr>
          <a:xfrm>
            <a:off x="8543920" y="4773806"/>
            <a:ext cx="351600" cy="162000"/>
          </a:xfrm>
          <a:prstGeom prst="rect">
            <a:avLst/>
          </a:prstGeom>
          <a:noFill/>
          <a:ln>
            <a:noFill/>
          </a:ln>
        </p:spPr>
        <p:txBody>
          <a:bodyPr anchorCtr="0" anchor="b" bIns="0" lIns="0" spcFirstLastPara="1" rIns="0" wrap="square" tIns="0">
            <a:normAutofit/>
          </a:bodyPr>
          <a:lstStyle>
            <a:lvl1pPr indent="0" lvl="0"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1pPr>
            <a:lvl2pPr indent="0" lvl="1"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2pPr>
            <a:lvl3pPr indent="0" lvl="2"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3pPr>
            <a:lvl4pPr indent="0" lvl="3"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4pPr>
            <a:lvl5pPr indent="0" lvl="4"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5pPr>
            <a:lvl6pPr indent="0" lvl="5"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6pPr>
            <a:lvl7pPr indent="0" lvl="6"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7pPr>
            <a:lvl8pPr indent="0" lvl="7"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8pPr>
            <a:lvl9pPr indent="0" lvl="8"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ndard dark">
  <p:cSld name="SECTION_HEADER_1_1">
    <p:bg>
      <p:bgPr>
        <a:blipFill>
          <a:blip r:embed="rId2">
            <a:alphaModFix/>
          </a:blip>
          <a:stretch>
            <a:fillRect/>
          </a:stretch>
        </a:blipFill>
      </p:bgPr>
    </p:bg>
    <p:spTree>
      <p:nvGrpSpPr>
        <p:cNvPr id="100" name="Shape 100"/>
        <p:cNvGrpSpPr/>
        <p:nvPr/>
      </p:nvGrpSpPr>
      <p:grpSpPr>
        <a:xfrm>
          <a:off x="0" y="0"/>
          <a:ext cx="0" cy="0"/>
          <a:chOff x="0" y="0"/>
          <a:chExt cx="0" cy="0"/>
        </a:xfrm>
      </p:grpSpPr>
      <p:sp>
        <p:nvSpPr>
          <p:cNvPr id="101" name="Google Shape;101;p26"/>
          <p:cNvSpPr txBox="1"/>
          <p:nvPr>
            <p:ph type="title"/>
          </p:nvPr>
        </p:nvSpPr>
        <p:spPr>
          <a:xfrm>
            <a:off x="500550" y="0"/>
            <a:ext cx="8520600" cy="1140600"/>
          </a:xfrm>
          <a:prstGeom prst="rect">
            <a:avLst/>
          </a:prstGeom>
        </p:spPr>
        <p:txBody>
          <a:bodyPr anchorCtr="0" anchor="ctr" bIns="91425" lIns="91425" spcFirstLastPara="1" rIns="91425" wrap="square" tIns="91425">
            <a:normAutofit/>
          </a:bodyPr>
          <a:lstStyle>
            <a:lvl1pPr lvl="0">
              <a:spcBef>
                <a:spcPts val="0"/>
              </a:spcBef>
              <a:spcAft>
                <a:spcPts val="0"/>
              </a:spcAft>
              <a:buClr>
                <a:srgbClr val="E1E1E1"/>
              </a:buClr>
              <a:buSzPts val="3000"/>
              <a:buNone/>
              <a:defRPr b="1" sz="3000">
                <a:solidFill>
                  <a:srgbClr val="E1E1E1"/>
                </a:solidFill>
              </a:defRPr>
            </a:lvl1pPr>
            <a:lvl2pPr lvl="1">
              <a:spcBef>
                <a:spcPts val="0"/>
              </a:spcBef>
              <a:spcAft>
                <a:spcPts val="0"/>
              </a:spcAft>
              <a:buClr>
                <a:srgbClr val="E1E1E1"/>
              </a:buClr>
              <a:buSzPts val="3000"/>
              <a:buNone/>
              <a:defRPr b="1" sz="3000">
                <a:solidFill>
                  <a:srgbClr val="E1E1E1"/>
                </a:solidFill>
              </a:defRPr>
            </a:lvl2pPr>
            <a:lvl3pPr lvl="2">
              <a:spcBef>
                <a:spcPts val="0"/>
              </a:spcBef>
              <a:spcAft>
                <a:spcPts val="0"/>
              </a:spcAft>
              <a:buClr>
                <a:srgbClr val="E1E1E1"/>
              </a:buClr>
              <a:buSzPts val="3000"/>
              <a:buNone/>
              <a:defRPr b="1" sz="3000">
                <a:solidFill>
                  <a:srgbClr val="E1E1E1"/>
                </a:solidFill>
              </a:defRPr>
            </a:lvl3pPr>
            <a:lvl4pPr lvl="3">
              <a:spcBef>
                <a:spcPts val="0"/>
              </a:spcBef>
              <a:spcAft>
                <a:spcPts val="0"/>
              </a:spcAft>
              <a:buClr>
                <a:srgbClr val="E1E1E1"/>
              </a:buClr>
              <a:buSzPts val="3000"/>
              <a:buNone/>
              <a:defRPr b="1" sz="3000">
                <a:solidFill>
                  <a:srgbClr val="E1E1E1"/>
                </a:solidFill>
              </a:defRPr>
            </a:lvl4pPr>
            <a:lvl5pPr lvl="4">
              <a:spcBef>
                <a:spcPts val="0"/>
              </a:spcBef>
              <a:spcAft>
                <a:spcPts val="0"/>
              </a:spcAft>
              <a:buClr>
                <a:srgbClr val="E1E1E1"/>
              </a:buClr>
              <a:buSzPts val="3000"/>
              <a:buNone/>
              <a:defRPr b="1" sz="3000">
                <a:solidFill>
                  <a:srgbClr val="E1E1E1"/>
                </a:solidFill>
              </a:defRPr>
            </a:lvl5pPr>
            <a:lvl6pPr lvl="5">
              <a:spcBef>
                <a:spcPts val="0"/>
              </a:spcBef>
              <a:spcAft>
                <a:spcPts val="0"/>
              </a:spcAft>
              <a:buClr>
                <a:srgbClr val="E1E1E1"/>
              </a:buClr>
              <a:buSzPts val="3000"/>
              <a:buNone/>
              <a:defRPr b="1" sz="3000">
                <a:solidFill>
                  <a:srgbClr val="E1E1E1"/>
                </a:solidFill>
              </a:defRPr>
            </a:lvl6pPr>
            <a:lvl7pPr lvl="6">
              <a:spcBef>
                <a:spcPts val="0"/>
              </a:spcBef>
              <a:spcAft>
                <a:spcPts val="0"/>
              </a:spcAft>
              <a:buClr>
                <a:srgbClr val="E1E1E1"/>
              </a:buClr>
              <a:buSzPts val="3000"/>
              <a:buNone/>
              <a:defRPr b="1" sz="3000">
                <a:solidFill>
                  <a:srgbClr val="E1E1E1"/>
                </a:solidFill>
              </a:defRPr>
            </a:lvl7pPr>
            <a:lvl8pPr lvl="7">
              <a:spcBef>
                <a:spcPts val="0"/>
              </a:spcBef>
              <a:spcAft>
                <a:spcPts val="0"/>
              </a:spcAft>
              <a:buClr>
                <a:srgbClr val="E1E1E1"/>
              </a:buClr>
              <a:buSzPts val="3000"/>
              <a:buNone/>
              <a:defRPr b="1" sz="3000">
                <a:solidFill>
                  <a:srgbClr val="E1E1E1"/>
                </a:solidFill>
              </a:defRPr>
            </a:lvl8pPr>
            <a:lvl9pPr lvl="8">
              <a:spcBef>
                <a:spcPts val="0"/>
              </a:spcBef>
              <a:spcAft>
                <a:spcPts val="0"/>
              </a:spcAft>
              <a:buClr>
                <a:srgbClr val="E1E1E1"/>
              </a:buClr>
              <a:buSzPts val="3000"/>
              <a:buNone/>
              <a:defRPr b="1" sz="3000">
                <a:solidFill>
                  <a:srgbClr val="E1E1E1"/>
                </a:solidFill>
              </a:defRPr>
            </a:lvl9pPr>
          </a:lstStyle>
          <a:p/>
        </p:txBody>
      </p:sp>
      <p:sp>
        <p:nvSpPr>
          <p:cNvPr id="102" name="Google Shape;102;p26"/>
          <p:cNvSpPr txBox="1"/>
          <p:nvPr>
            <p:ph idx="2" type="title"/>
          </p:nvPr>
        </p:nvSpPr>
        <p:spPr>
          <a:xfrm>
            <a:off x="500550" y="1140600"/>
            <a:ext cx="8520600" cy="3916200"/>
          </a:xfrm>
          <a:prstGeom prst="rect">
            <a:avLst/>
          </a:prstGeom>
        </p:spPr>
        <p:txBody>
          <a:bodyPr anchorCtr="0" anchor="t" bIns="91425" lIns="91425" spcFirstLastPara="1" rIns="91425" wrap="square" tIns="91425">
            <a:normAutofit/>
          </a:bodyPr>
          <a:lstStyle>
            <a:lvl1pPr lvl="0">
              <a:lnSpc>
                <a:spcPct val="150000"/>
              </a:lnSpc>
              <a:spcBef>
                <a:spcPts val="0"/>
              </a:spcBef>
              <a:spcAft>
                <a:spcPts val="0"/>
              </a:spcAft>
              <a:buClr>
                <a:srgbClr val="E1E1E1"/>
              </a:buClr>
              <a:buSzPts val="1800"/>
              <a:buNone/>
              <a:defRPr sz="1800">
                <a:solidFill>
                  <a:srgbClr val="E1E1E1"/>
                </a:solidFill>
              </a:defRPr>
            </a:lvl1pPr>
            <a:lvl2pPr lvl="1">
              <a:lnSpc>
                <a:spcPct val="150000"/>
              </a:lnSpc>
              <a:spcBef>
                <a:spcPts val="1000"/>
              </a:spcBef>
              <a:spcAft>
                <a:spcPts val="0"/>
              </a:spcAft>
              <a:buClr>
                <a:srgbClr val="E1E1E1"/>
              </a:buClr>
              <a:buSzPts val="1800"/>
              <a:buNone/>
              <a:defRPr b="1" sz="1800">
                <a:solidFill>
                  <a:srgbClr val="E1E1E1"/>
                </a:solidFill>
              </a:defRPr>
            </a:lvl2pPr>
            <a:lvl3pPr lvl="2">
              <a:lnSpc>
                <a:spcPct val="150000"/>
              </a:lnSpc>
              <a:spcBef>
                <a:spcPts val="1000"/>
              </a:spcBef>
              <a:spcAft>
                <a:spcPts val="0"/>
              </a:spcAft>
              <a:buClr>
                <a:srgbClr val="E1E1E1"/>
              </a:buClr>
              <a:buSzPts val="1800"/>
              <a:buNone/>
              <a:defRPr b="1" sz="1800">
                <a:solidFill>
                  <a:srgbClr val="E1E1E1"/>
                </a:solidFill>
              </a:defRPr>
            </a:lvl3pPr>
            <a:lvl4pPr lvl="3">
              <a:lnSpc>
                <a:spcPct val="150000"/>
              </a:lnSpc>
              <a:spcBef>
                <a:spcPts val="1000"/>
              </a:spcBef>
              <a:spcAft>
                <a:spcPts val="0"/>
              </a:spcAft>
              <a:buClr>
                <a:srgbClr val="E1E1E1"/>
              </a:buClr>
              <a:buSzPts val="1800"/>
              <a:buNone/>
              <a:defRPr b="1" sz="1800">
                <a:solidFill>
                  <a:srgbClr val="E1E1E1"/>
                </a:solidFill>
              </a:defRPr>
            </a:lvl4pPr>
            <a:lvl5pPr lvl="4">
              <a:lnSpc>
                <a:spcPct val="150000"/>
              </a:lnSpc>
              <a:spcBef>
                <a:spcPts val="1000"/>
              </a:spcBef>
              <a:spcAft>
                <a:spcPts val="0"/>
              </a:spcAft>
              <a:buClr>
                <a:srgbClr val="E1E1E1"/>
              </a:buClr>
              <a:buSzPts val="1800"/>
              <a:buNone/>
              <a:defRPr b="1" sz="1800">
                <a:solidFill>
                  <a:srgbClr val="E1E1E1"/>
                </a:solidFill>
              </a:defRPr>
            </a:lvl5pPr>
            <a:lvl6pPr lvl="5">
              <a:lnSpc>
                <a:spcPct val="150000"/>
              </a:lnSpc>
              <a:spcBef>
                <a:spcPts val="1000"/>
              </a:spcBef>
              <a:spcAft>
                <a:spcPts val="0"/>
              </a:spcAft>
              <a:buClr>
                <a:srgbClr val="E1E1E1"/>
              </a:buClr>
              <a:buSzPts val="1800"/>
              <a:buNone/>
              <a:defRPr b="1" sz="1800">
                <a:solidFill>
                  <a:srgbClr val="E1E1E1"/>
                </a:solidFill>
              </a:defRPr>
            </a:lvl6pPr>
            <a:lvl7pPr lvl="6">
              <a:lnSpc>
                <a:spcPct val="150000"/>
              </a:lnSpc>
              <a:spcBef>
                <a:spcPts val="1000"/>
              </a:spcBef>
              <a:spcAft>
                <a:spcPts val="0"/>
              </a:spcAft>
              <a:buClr>
                <a:srgbClr val="E1E1E1"/>
              </a:buClr>
              <a:buSzPts val="1800"/>
              <a:buNone/>
              <a:defRPr b="1" sz="1800">
                <a:solidFill>
                  <a:srgbClr val="E1E1E1"/>
                </a:solidFill>
              </a:defRPr>
            </a:lvl7pPr>
            <a:lvl8pPr lvl="7">
              <a:lnSpc>
                <a:spcPct val="150000"/>
              </a:lnSpc>
              <a:spcBef>
                <a:spcPts val="1000"/>
              </a:spcBef>
              <a:spcAft>
                <a:spcPts val="0"/>
              </a:spcAft>
              <a:buClr>
                <a:srgbClr val="E1E1E1"/>
              </a:buClr>
              <a:buSzPts val="1800"/>
              <a:buNone/>
              <a:defRPr b="1" sz="1800">
                <a:solidFill>
                  <a:srgbClr val="E1E1E1"/>
                </a:solidFill>
              </a:defRPr>
            </a:lvl8pPr>
            <a:lvl9pPr lvl="8">
              <a:lnSpc>
                <a:spcPct val="150000"/>
              </a:lnSpc>
              <a:spcBef>
                <a:spcPts val="1000"/>
              </a:spcBef>
              <a:spcAft>
                <a:spcPts val="1000"/>
              </a:spcAft>
              <a:buClr>
                <a:srgbClr val="E1E1E1"/>
              </a:buClr>
              <a:buSzPts val="1800"/>
              <a:buNone/>
              <a:defRPr b="1" sz="1800">
                <a:solidFill>
                  <a:srgbClr val="E1E1E1"/>
                </a:solidFill>
              </a:defRPr>
            </a:lvl9pPr>
          </a:lstStyle>
          <a:p/>
        </p:txBody>
      </p:sp>
      <p:sp>
        <p:nvSpPr>
          <p:cNvPr id="103" name="Google Shape;103;p26"/>
          <p:cNvSpPr txBox="1"/>
          <p:nvPr/>
        </p:nvSpPr>
        <p:spPr>
          <a:xfrm>
            <a:off x="0" y="0"/>
            <a:ext cx="242100" cy="1140600"/>
          </a:xfrm>
          <a:prstGeom prst="rect">
            <a:avLst/>
          </a:prstGeom>
          <a:gradFill>
            <a:gsLst>
              <a:gs pos="0">
                <a:srgbClr val="109EAE"/>
              </a:gs>
              <a:gs pos="100000">
                <a:srgbClr val="00D9BA"/>
              </a:gs>
            </a:gsLst>
            <a:lin ang="5400012" scaled="0"/>
          </a:gra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ndard white">
  <p:cSld name="SECTION_HEADER_1_1_1_1">
    <p:bg>
      <p:bgPr>
        <a:solidFill>
          <a:srgbClr val="FFFFFF"/>
        </a:solidFill>
      </p:bgPr>
    </p:bg>
    <p:spTree>
      <p:nvGrpSpPr>
        <p:cNvPr id="104" name="Shape 104"/>
        <p:cNvGrpSpPr/>
        <p:nvPr/>
      </p:nvGrpSpPr>
      <p:grpSpPr>
        <a:xfrm>
          <a:off x="0" y="0"/>
          <a:ext cx="0" cy="0"/>
          <a:chOff x="0" y="0"/>
          <a:chExt cx="0" cy="0"/>
        </a:xfrm>
      </p:grpSpPr>
      <p:sp>
        <p:nvSpPr>
          <p:cNvPr id="105" name="Google Shape;105;p27"/>
          <p:cNvSpPr txBox="1"/>
          <p:nvPr>
            <p:ph type="title"/>
          </p:nvPr>
        </p:nvSpPr>
        <p:spPr>
          <a:xfrm>
            <a:off x="500550" y="0"/>
            <a:ext cx="8520600" cy="1140600"/>
          </a:xfrm>
          <a:prstGeom prst="rect">
            <a:avLst/>
          </a:prstGeom>
        </p:spPr>
        <p:txBody>
          <a:bodyPr anchorCtr="0" anchor="ctr" bIns="91425" lIns="91425" spcFirstLastPara="1" rIns="91425" wrap="square" tIns="91425">
            <a:normAutofit/>
          </a:bodyPr>
          <a:lstStyle>
            <a:lvl1pPr lvl="0">
              <a:spcBef>
                <a:spcPts val="0"/>
              </a:spcBef>
              <a:spcAft>
                <a:spcPts val="0"/>
              </a:spcAft>
              <a:buClr>
                <a:srgbClr val="0D0D18"/>
              </a:buClr>
              <a:buSzPts val="3000"/>
              <a:buNone/>
              <a:defRPr b="1" sz="3000">
                <a:solidFill>
                  <a:srgbClr val="0D0D18"/>
                </a:solidFill>
              </a:defRPr>
            </a:lvl1pPr>
            <a:lvl2pPr lvl="1">
              <a:spcBef>
                <a:spcPts val="0"/>
              </a:spcBef>
              <a:spcAft>
                <a:spcPts val="0"/>
              </a:spcAft>
              <a:buClr>
                <a:srgbClr val="0D0D18"/>
              </a:buClr>
              <a:buSzPts val="3000"/>
              <a:buNone/>
              <a:defRPr b="1" sz="3000">
                <a:solidFill>
                  <a:srgbClr val="0D0D18"/>
                </a:solidFill>
              </a:defRPr>
            </a:lvl2pPr>
            <a:lvl3pPr lvl="2">
              <a:spcBef>
                <a:spcPts val="0"/>
              </a:spcBef>
              <a:spcAft>
                <a:spcPts val="0"/>
              </a:spcAft>
              <a:buClr>
                <a:srgbClr val="0D0D18"/>
              </a:buClr>
              <a:buSzPts val="3000"/>
              <a:buNone/>
              <a:defRPr b="1" sz="3000">
                <a:solidFill>
                  <a:srgbClr val="0D0D18"/>
                </a:solidFill>
              </a:defRPr>
            </a:lvl3pPr>
            <a:lvl4pPr lvl="3">
              <a:spcBef>
                <a:spcPts val="0"/>
              </a:spcBef>
              <a:spcAft>
                <a:spcPts val="0"/>
              </a:spcAft>
              <a:buClr>
                <a:srgbClr val="0D0D18"/>
              </a:buClr>
              <a:buSzPts val="3000"/>
              <a:buNone/>
              <a:defRPr b="1" sz="3000">
                <a:solidFill>
                  <a:srgbClr val="0D0D18"/>
                </a:solidFill>
              </a:defRPr>
            </a:lvl4pPr>
            <a:lvl5pPr lvl="4">
              <a:spcBef>
                <a:spcPts val="0"/>
              </a:spcBef>
              <a:spcAft>
                <a:spcPts val="0"/>
              </a:spcAft>
              <a:buClr>
                <a:srgbClr val="0D0D18"/>
              </a:buClr>
              <a:buSzPts val="3000"/>
              <a:buNone/>
              <a:defRPr b="1" sz="3000">
                <a:solidFill>
                  <a:srgbClr val="0D0D18"/>
                </a:solidFill>
              </a:defRPr>
            </a:lvl5pPr>
            <a:lvl6pPr lvl="5">
              <a:spcBef>
                <a:spcPts val="0"/>
              </a:spcBef>
              <a:spcAft>
                <a:spcPts val="0"/>
              </a:spcAft>
              <a:buClr>
                <a:srgbClr val="0D0D18"/>
              </a:buClr>
              <a:buSzPts val="3000"/>
              <a:buNone/>
              <a:defRPr b="1" sz="3000">
                <a:solidFill>
                  <a:srgbClr val="0D0D18"/>
                </a:solidFill>
              </a:defRPr>
            </a:lvl6pPr>
            <a:lvl7pPr lvl="6">
              <a:spcBef>
                <a:spcPts val="0"/>
              </a:spcBef>
              <a:spcAft>
                <a:spcPts val="0"/>
              </a:spcAft>
              <a:buClr>
                <a:srgbClr val="0D0D18"/>
              </a:buClr>
              <a:buSzPts val="3000"/>
              <a:buNone/>
              <a:defRPr b="1" sz="3000">
                <a:solidFill>
                  <a:srgbClr val="0D0D18"/>
                </a:solidFill>
              </a:defRPr>
            </a:lvl7pPr>
            <a:lvl8pPr lvl="7">
              <a:spcBef>
                <a:spcPts val="0"/>
              </a:spcBef>
              <a:spcAft>
                <a:spcPts val="0"/>
              </a:spcAft>
              <a:buClr>
                <a:srgbClr val="0D0D18"/>
              </a:buClr>
              <a:buSzPts val="3000"/>
              <a:buNone/>
              <a:defRPr b="1" sz="3000">
                <a:solidFill>
                  <a:srgbClr val="0D0D18"/>
                </a:solidFill>
              </a:defRPr>
            </a:lvl8pPr>
            <a:lvl9pPr lvl="8">
              <a:spcBef>
                <a:spcPts val="0"/>
              </a:spcBef>
              <a:spcAft>
                <a:spcPts val="0"/>
              </a:spcAft>
              <a:buClr>
                <a:srgbClr val="0D0D18"/>
              </a:buClr>
              <a:buSzPts val="3000"/>
              <a:buNone/>
              <a:defRPr b="1" sz="3000">
                <a:solidFill>
                  <a:srgbClr val="0D0D18"/>
                </a:solidFill>
              </a:defRPr>
            </a:lvl9pPr>
          </a:lstStyle>
          <a:p/>
        </p:txBody>
      </p:sp>
      <p:sp>
        <p:nvSpPr>
          <p:cNvPr id="106" name="Google Shape;106;p27"/>
          <p:cNvSpPr txBox="1"/>
          <p:nvPr>
            <p:ph idx="2" type="title"/>
          </p:nvPr>
        </p:nvSpPr>
        <p:spPr>
          <a:xfrm>
            <a:off x="500550" y="1140600"/>
            <a:ext cx="8520600" cy="3916200"/>
          </a:xfrm>
          <a:prstGeom prst="rect">
            <a:avLst/>
          </a:prstGeom>
        </p:spPr>
        <p:txBody>
          <a:bodyPr anchorCtr="0" anchor="t" bIns="91425" lIns="91425" spcFirstLastPara="1" rIns="91425" wrap="square" tIns="91425">
            <a:normAutofit/>
          </a:bodyPr>
          <a:lstStyle>
            <a:lvl1pPr lvl="0">
              <a:lnSpc>
                <a:spcPct val="150000"/>
              </a:lnSpc>
              <a:spcBef>
                <a:spcPts val="0"/>
              </a:spcBef>
              <a:spcAft>
                <a:spcPts val="0"/>
              </a:spcAft>
              <a:buClr>
                <a:srgbClr val="0D0D18"/>
              </a:buClr>
              <a:buSzPts val="1800"/>
              <a:buNone/>
              <a:defRPr sz="1800">
                <a:solidFill>
                  <a:srgbClr val="0D0D18"/>
                </a:solidFill>
              </a:defRPr>
            </a:lvl1pPr>
            <a:lvl2pPr lvl="1">
              <a:lnSpc>
                <a:spcPct val="150000"/>
              </a:lnSpc>
              <a:spcBef>
                <a:spcPts val="1000"/>
              </a:spcBef>
              <a:spcAft>
                <a:spcPts val="0"/>
              </a:spcAft>
              <a:buClr>
                <a:srgbClr val="0D0D18"/>
              </a:buClr>
              <a:buSzPts val="1800"/>
              <a:buNone/>
              <a:defRPr b="1" sz="1800">
                <a:solidFill>
                  <a:srgbClr val="0D0D18"/>
                </a:solidFill>
              </a:defRPr>
            </a:lvl2pPr>
            <a:lvl3pPr lvl="2">
              <a:lnSpc>
                <a:spcPct val="150000"/>
              </a:lnSpc>
              <a:spcBef>
                <a:spcPts val="1000"/>
              </a:spcBef>
              <a:spcAft>
                <a:spcPts val="0"/>
              </a:spcAft>
              <a:buClr>
                <a:srgbClr val="0D0D18"/>
              </a:buClr>
              <a:buSzPts val="1800"/>
              <a:buNone/>
              <a:defRPr b="1" sz="1800">
                <a:solidFill>
                  <a:srgbClr val="0D0D18"/>
                </a:solidFill>
              </a:defRPr>
            </a:lvl3pPr>
            <a:lvl4pPr lvl="3">
              <a:lnSpc>
                <a:spcPct val="150000"/>
              </a:lnSpc>
              <a:spcBef>
                <a:spcPts val="1000"/>
              </a:spcBef>
              <a:spcAft>
                <a:spcPts val="0"/>
              </a:spcAft>
              <a:buClr>
                <a:srgbClr val="0D0D18"/>
              </a:buClr>
              <a:buSzPts val="1800"/>
              <a:buNone/>
              <a:defRPr b="1" sz="1800">
                <a:solidFill>
                  <a:srgbClr val="0D0D18"/>
                </a:solidFill>
              </a:defRPr>
            </a:lvl4pPr>
            <a:lvl5pPr lvl="4">
              <a:lnSpc>
                <a:spcPct val="150000"/>
              </a:lnSpc>
              <a:spcBef>
                <a:spcPts val="1000"/>
              </a:spcBef>
              <a:spcAft>
                <a:spcPts val="0"/>
              </a:spcAft>
              <a:buClr>
                <a:srgbClr val="0D0D18"/>
              </a:buClr>
              <a:buSzPts val="1800"/>
              <a:buNone/>
              <a:defRPr b="1" sz="1800">
                <a:solidFill>
                  <a:srgbClr val="0D0D18"/>
                </a:solidFill>
              </a:defRPr>
            </a:lvl5pPr>
            <a:lvl6pPr lvl="5">
              <a:lnSpc>
                <a:spcPct val="150000"/>
              </a:lnSpc>
              <a:spcBef>
                <a:spcPts val="1000"/>
              </a:spcBef>
              <a:spcAft>
                <a:spcPts val="0"/>
              </a:spcAft>
              <a:buClr>
                <a:srgbClr val="0D0D18"/>
              </a:buClr>
              <a:buSzPts val="1800"/>
              <a:buNone/>
              <a:defRPr b="1" sz="1800">
                <a:solidFill>
                  <a:srgbClr val="0D0D18"/>
                </a:solidFill>
              </a:defRPr>
            </a:lvl6pPr>
            <a:lvl7pPr lvl="6">
              <a:lnSpc>
                <a:spcPct val="150000"/>
              </a:lnSpc>
              <a:spcBef>
                <a:spcPts val="1000"/>
              </a:spcBef>
              <a:spcAft>
                <a:spcPts val="0"/>
              </a:spcAft>
              <a:buClr>
                <a:srgbClr val="0D0D18"/>
              </a:buClr>
              <a:buSzPts val="1800"/>
              <a:buNone/>
              <a:defRPr b="1" sz="1800">
                <a:solidFill>
                  <a:srgbClr val="0D0D18"/>
                </a:solidFill>
              </a:defRPr>
            </a:lvl7pPr>
            <a:lvl8pPr lvl="7">
              <a:lnSpc>
                <a:spcPct val="150000"/>
              </a:lnSpc>
              <a:spcBef>
                <a:spcPts val="1000"/>
              </a:spcBef>
              <a:spcAft>
                <a:spcPts val="0"/>
              </a:spcAft>
              <a:buClr>
                <a:srgbClr val="0D0D18"/>
              </a:buClr>
              <a:buSzPts val="1800"/>
              <a:buNone/>
              <a:defRPr b="1" sz="1800">
                <a:solidFill>
                  <a:srgbClr val="0D0D18"/>
                </a:solidFill>
              </a:defRPr>
            </a:lvl8pPr>
            <a:lvl9pPr lvl="8">
              <a:lnSpc>
                <a:spcPct val="150000"/>
              </a:lnSpc>
              <a:spcBef>
                <a:spcPts val="1000"/>
              </a:spcBef>
              <a:spcAft>
                <a:spcPts val="1000"/>
              </a:spcAft>
              <a:buClr>
                <a:srgbClr val="0D0D18"/>
              </a:buClr>
              <a:buSzPts val="1800"/>
              <a:buNone/>
              <a:defRPr b="1" sz="1800">
                <a:solidFill>
                  <a:srgbClr val="0D0D18"/>
                </a:solidFill>
              </a:defRPr>
            </a:lvl9pPr>
          </a:lstStyle>
          <a:p/>
        </p:txBody>
      </p:sp>
      <p:sp>
        <p:nvSpPr>
          <p:cNvPr id="107" name="Google Shape;107;p27"/>
          <p:cNvSpPr txBox="1"/>
          <p:nvPr/>
        </p:nvSpPr>
        <p:spPr>
          <a:xfrm>
            <a:off x="0" y="0"/>
            <a:ext cx="242100" cy="1140600"/>
          </a:xfrm>
          <a:prstGeom prst="rect">
            <a:avLst/>
          </a:prstGeom>
          <a:gradFill>
            <a:gsLst>
              <a:gs pos="0">
                <a:srgbClr val="1A237D"/>
              </a:gs>
              <a:gs pos="100000">
                <a:srgbClr val="2F3F9E"/>
              </a:gs>
            </a:gsLst>
            <a:lin ang="5400012" scaled="0"/>
          </a:gra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theme" Target="../theme/theme3.xml"/><Relationship Id="rId14" Type="http://schemas.openxmlformats.org/officeDocument/2006/relationships/slideLayout" Target="../slideLayouts/slideLayout2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8438FA"/>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1pPr>
            <a:lvl2pPr lvl="1">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2pPr>
            <a:lvl3pPr lvl="2">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3pPr>
            <a:lvl4pPr lvl="3">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4pPr>
            <a:lvl5pPr lvl="4">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5pPr>
            <a:lvl6pPr lvl="5">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6pPr>
            <a:lvl7pPr lvl="6">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7pPr>
            <a:lvl8pPr lvl="7">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8pPr>
            <a:lvl9pPr lvl="8">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1"/>
              </a:buClr>
              <a:buSzPts val="1800"/>
              <a:buFont typeface="Inter"/>
              <a:buChar char="●"/>
              <a:defRPr sz="1800">
                <a:solidFill>
                  <a:schemeClr val="lt1"/>
                </a:solidFill>
                <a:latin typeface="Inter"/>
                <a:ea typeface="Inter"/>
                <a:cs typeface="Inter"/>
                <a:sym typeface="Inter"/>
              </a:defRPr>
            </a:lvl1pPr>
            <a:lvl2pPr indent="-317500" lvl="1" marL="9144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2pPr>
            <a:lvl3pPr indent="-317500" lvl="2" marL="13716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3pPr>
            <a:lvl4pPr indent="-317500" lvl="3" marL="18288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4pPr>
            <a:lvl5pPr indent="-317500" lvl="4" marL="22860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5pPr>
            <a:lvl6pPr indent="-317500" lvl="5" marL="27432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6pPr>
            <a:lvl7pPr indent="-317500" lvl="6" marL="32004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7pPr>
            <a:lvl8pPr indent="-317500" lvl="7" marL="36576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8pPr>
            <a:lvl9pPr indent="-317500" lvl="8" marL="41148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Inter Light"/>
                <a:ea typeface="Inter Light"/>
                <a:cs typeface="Inter Light"/>
                <a:sym typeface="Inter Light"/>
              </a:defRPr>
            </a:lvl1pPr>
            <a:lvl2pPr lvl="1" algn="r">
              <a:buNone/>
              <a:defRPr sz="1000">
                <a:solidFill>
                  <a:schemeClr val="lt1"/>
                </a:solidFill>
                <a:latin typeface="Inter Light"/>
                <a:ea typeface="Inter Light"/>
                <a:cs typeface="Inter Light"/>
                <a:sym typeface="Inter Light"/>
              </a:defRPr>
            </a:lvl2pPr>
            <a:lvl3pPr lvl="2" algn="r">
              <a:buNone/>
              <a:defRPr sz="1000">
                <a:solidFill>
                  <a:schemeClr val="lt1"/>
                </a:solidFill>
                <a:latin typeface="Inter Light"/>
                <a:ea typeface="Inter Light"/>
                <a:cs typeface="Inter Light"/>
                <a:sym typeface="Inter Light"/>
              </a:defRPr>
            </a:lvl3pPr>
            <a:lvl4pPr lvl="3" algn="r">
              <a:buNone/>
              <a:defRPr sz="1000">
                <a:solidFill>
                  <a:schemeClr val="lt1"/>
                </a:solidFill>
                <a:latin typeface="Inter Light"/>
                <a:ea typeface="Inter Light"/>
                <a:cs typeface="Inter Light"/>
                <a:sym typeface="Inter Light"/>
              </a:defRPr>
            </a:lvl4pPr>
            <a:lvl5pPr lvl="4" algn="r">
              <a:buNone/>
              <a:defRPr sz="1000">
                <a:solidFill>
                  <a:schemeClr val="lt1"/>
                </a:solidFill>
                <a:latin typeface="Inter Light"/>
                <a:ea typeface="Inter Light"/>
                <a:cs typeface="Inter Light"/>
                <a:sym typeface="Inter Light"/>
              </a:defRPr>
            </a:lvl5pPr>
            <a:lvl6pPr lvl="5" algn="r">
              <a:buNone/>
              <a:defRPr sz="1000">
                <a:solidFill>
                  <a:schemeClr val="lt1"/>
                </a:solidFill>
                <a:latin typeface="Inter Light"/>
                <a:ea typeface="Inter Light"/>
                <a:cs typeface="Inter Light"/>
                <a:sym typeface="Inter Light"/>
              </a:defRPr>
            </a:lvl6pPr>
            <a:lvl7pPr lvl="6" algn="r">
              <a:buNone/>
              <a:defRPr sz="1000">
                <a:solidFill>
                  <a:schemeClr val="lt1"/>
                </a:solidFill>
                <a:latin typeface="Inter Light"/>
                <a:ea typeface="Inter Light"/>
                <a:cs typeface="Inter Light"/>
                <a:sym typeface="Inter Light"/>
              </a:defRPr>
            </a:lvl7pPr>
            <a:lvl8pPr lvl="7" algn="r">
              <a:buNone/>
              <a:defRPr sz="1000">
                <a:solidFill>
                  <a:schemeClr val="lt1"/>
                </a:solidFill>
                <a:latin typeface="Inter Light"/>
                <a:ea typeface="Inter Light"/>
                <a:cs typeface="Inter Light"/>
                <a:sym typeface="Inter Light"/>
              </a:defRPr>
            </a:lvl8pPr>
            <a:lvl9pPr lvl="8" algn="r">
              <a:buNone/>
              <a:defRPr sz="1000">
                <a:solidFill>
                  <a:schemeClr val="lt1"/>
                </a:solidFill>
                <a:latin typeface="Inter Light"/>
                <a:ea typeface="Inter Light"/>
                <a:cs typeface="Inter Light"/>
                <a:sym typeface="Inter Light"/>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1" name="Shape 111"/>
        <p:cNvGrpSpPr/>
        <p:nvPr/>
      </p:nvGrpSpPr>
      <p:grpSpPr>
        <a:xfrm>
          <a:off x="0" y="0"/>
          <a:ext cx="0" cy="0"/>
          <a:chOff x="0" y="0"/>
          <a:chExt cx="0" cy="0"/>
        </a:xfrm>
      </p:grpSpPr>
      <p:sp>
        <p:nvSpPr>
          <p:cNvPr id="112" name="Google Shape;112;p28"/>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3" name="Google Shape;113;p28"/>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14" name="Google Shape;114;p28"/>
          <p:cNvSpPr txBox="1"/>
          <p:nvPr/>
        </p:nvSpPr>
        <p:spPr>
          <a:xfrm>
            <a:off x="720000" y="309475"/>
            <a:ext cx="42297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100">
                <a:solidFill>
                  <a:srgbClr val="5900CB"/>
                </a:solidFill>
                <a:latin typeface="Inter"/>
                <a:ea typeface="Inter"/>
                <a:cs typeface="Inter"/>
                <a:sym typeface="Inter"/>
              </a:rPr>
              <a:t>Introspection</a:t>
            </a:r>
            <a:endParaRPr b="1" sz="3100">
              <a:solidFill>
                <a:srgbClr val="03031C"/>
              </a:solidFill>
              <a:latin typeface="Inter"/>
              <a:ea typeface="Inter"/>
              <a:cs typeface="Inter"/>
              <a:sym typeface="Inter"/>
            </a:endParaRPr>
          </a:p>
        </p:txBody>
      </p:sp>
      <p:sp>
        <p:nvSpPr>
          <p:cNvPr id="115" name="Google Shape;115;p28"/>
          <p:cNvSpPr txBox="1"/>
          <p:nvPr/>
        </p:nvSpPr>
        <p:spPr>
          <a:xfrm>
            <a:off x="847350" y="1202050"/>
            <a:ext cx="7449300" cy="32214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GraphQL introspection allows clients to query a server for its schema.</a:t>
            </a:r>
            <a:endParaRPr>
              <a:solidFill>
                <a:schemeClr val="dk1"/>
              </a:solidFill>
              <a:latin typeface="Inter"/>
              <a:ea typeface="Inter"/>
              <a:cs typeface="Inter"/>
              <a:sym typeface="Inter"/>
            </a:endParaRPr>
          </a:p>
          <a:p>
            <a:pPr indent="0" lvl="0" marL="0" rtl="0" algn="l">
              <a:spcBef>
                <a:spcPts val="0"/>
              </a:spcBef>
              <a:spcAft>
                <a:spcPts val="0"/>
              </a:spcAft>
              <a:buNone/>
            </a:pPr>
            <a:r>
              <a:t/>
            </a:r>
            <a:endParaRPr>
              <a:solidFill>
                <a:schemeClr val="dk1"/>
              </a:solidFill>
              <a:latin typeface="Inter"/>
              <a:ea typeface="Inter"/>
              <a:cs typeface="Inter"/>
              <a:sym typeface="Inter"/>
            </a:endParaRPr>
          </a:p>
          <a:p>
            <a:pPr indent="-317500" lvl="0" marL="457200" rtl="0" algn="l">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Useful for tools like GraphQL Playground and Tyk Dashboard to understand available types and operations.</a:t>
            </a:r>
            <a:endParaRPr>
              <a:solidFill>
                <a:schemeClr val="dk1"/>
              </a:solidFill>
              <a:latin typeface="Inter"/>
              <a:ea typeface="Inter"/>
              <a:cs typeface="Inter"/>
              <a:sym typeface="Inter"/>
            </a:endParaRPr>
          </a:p>
          <a:p>
            <a:pPr indent="0" lvl="0" marL="0" rtl="0" algn="l">
              <a:spcBef>
                <a:spcPts val="0"/>
              </a:spcBef>
              <a:spcAft>
                <a:spcPts val="0"/>
              </a:spcAft>
              <a:buNone/>
            </a:pPr>
            <a:r>
              <a:t/>
            </a:r>
            <a:endParaRPr>
              <a:solidFill>
                <a:schemeClr val="dk1"/>
              </a:solidFill>
              <a:latin typeface="Inter"/>
              <a:ea typeface="Inter"/>
              <a:cs typeface="Inter"/>
              <a:sym typeface="Inter"/>
            </a:endParaRPr>
          </a:p>
          <a:p>
            <a:pPr indent="-317500" lvl="0" marL="457200" rtl="0" algn="l">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Tyk uses introspection to fetch the upstream schema and render it in the UI when setting up a GraphQL proxy.</a:t>
            </a:r>
            <a:endParaRPr>
              <a:solidFill>
                <a:schemeClr val="dk1"/>
              </a:solidFill>
              <a:latin typeface="Inter"/>
              <a:ea typeface="Inter"/>
              <a:cs typeface="Inter"/>
              <a:sym typeface="Inter"/>
            </a:endParaRPr>
          </a:p>
          <a:p>
            <a:pPr indent="0" lvl="0" marL="0" rtl="0" algn="l">
              <a:spcBef>
                <a:spcPts val="0"/>
              </a:spcBef>
              <a:spcAft>
                <a:spcPts val="0"/>
              </a:spcAft>
              <a:buNone/>
            </a:pPr>
            <a:r>
              <a:t/>
            </a:r>
            <a:endParaRPr>
              <a:solidFill>
                <a:schemeClr val="dk1"/>
              </a:solidFill>
              <a:latin typeface="Inter"/>
              <a:ea typeface="Inter"/>
              <a:cs typeface="Inter"/>
              <a:sym typeface="Inter"/>
            </a:endParaRPr>
          </a:p>
          <a:p>
            <a:pPr indent="0" lvl="0" marL="0" rtl="0" algn="l">
              <a:spcBef>
                <a:spcPts val="0"/>
              </a:spcBef>
              <a:spcAft>
                <a:spcPts val="0"/>
              </a:spcAft>
              <a:buNone/>
            </a:pPr>
            <a:r>
              <a:rPr lang="en-GB">
                <a:solidFill>
                  <a:schemeClr val="dk1"/>
                </a:solidFill>
                <a:latin typeface="Inter"/>
                <a:ea typeface="Inter"/>
                <a:cs typeface="Inter"/>
                <a:sym typeface="Inter"/>
              </a:rPr>
              <a:t>🔍 Important: Introspection reflects the upstream schema only, not Tyk's schema transformations.</a:t>
            </a:r>
            <a:endParaRPr>
              <a:solidFill>
                <a:schemeClr val="dk1"/>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9" name="Shape 119"/>
        <p:cNvGrpSpPr/>
        <p:nvPr/>
      </p:nvGrpSpPr>
      <p:grpSpPr>
        <a:xfrm>
          <a:off x="0" y="0"/>
          <a:ext cx="0" cy="0"/>
          <a:chOff x="0" y="0"/>
          <a:chExt cx="0" cy="0"/>
        </a:xfrm>
      </p:grpSpPr>
      <p:sp>
        <p:nvSpPr>
          <p:cNvPr id="120" name="Google Shape;120;p29"/>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1" name="Google Shape;121;p29"/>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22" name="Google Shape;122;p29"/>
          <p:cNvSpPr txBox="1"/>
          <p:nvPr/>
        </p:nvSpPr>
        <p:spPr>
          <a:xfrm>
            <a:off x="720000" y="309475"/>
            <a:ext cx="42297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100">
                <a:solidFill>
                  <a:srgbClr val="5900CB"/>
                </a:solidFill>
                <a:latin typeface="Inter"/>
                <a:ea typeface="Inter"/>
                <a:cs typeface="Inter"/>
                <a:sym typeface="Inter"/>
              </a:rPr>
              <a:t>Introspection</a:t>
            </a:r>
            <a:endParaRPr b="1" sz="3100">
              <a:solidFill>
                <a:srgbClr val="03031C"/>
              </a:solidFill>
              <a:latin typeface="Inter"/>
              <a:ea typeface="Inter"/>
              <a:cs typeface="Inter"/>
              <a:sym typeface="Inter"/>
            </a:endParaRPr>
          </a:p>
        </p:txBody>
      </p:sp>
      <p:pic>
        <p:nvPicPr>
          <p:cNvPr id="123" name="Google Shape;123;p29"/>
          <p:cNvPicPr preferRelativeResize="0"/>
          <p:nvPr/>
        </p:nvPicPr>
        <p:blipFill>
          <a:blip r:embed="rId4">
            <a:alphaModFix/>
          </a:blip>
          <a:stretch>
            <a:fillRect/>
          </a:stretch>
        </p:blipFill>
        <p:spPr>
          <a:xfrm>
            <a:off x="2512113" y="971275"/>
            <a:ext cx="4119768" cy="38674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7" name="Shape 127"/>
        <p:cNvGrpSpPr/>
        <p:nvPr/>
      </p:nvGrpSpPr>
      <p:grpSpPr>
        <a:xfrm>
          <a:off x="0" y="0"/>
          <a:ext cx="0" cy="0"/>
          <a:chOff x="0" y="0"/>
          <a:chExt cx="0" cy="0"/>
        </a:xfrm>
      </p:grpSpPr>
      <p:sp>
        <p:nvSpPr>
          <p:cNvPr id="128" name="Google Shape;128;p30"/>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9" name="Google Shape;129;p30"/>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30" name="Google Shape;130;p30"/>
          <p:cNvSpPr txBox="1"/>
          <p:nvPr/>
        </p:nvSpPr>
        <p:spPr>
          <a:xfrm>
            <a:off x="720000" y="309475"/>
            <a:ext cx="42297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100">
                <a:solidFill>
                  <a:srgbClr val="5900CB"/>
                </a:solidFill>
                <a:latin typeface="Inter"/>
                <a:ea typeface="Inter"/>
                <a:cs typeface="Inter"/>
                <a:sym typeface="Inter"/>
              </a:rPr>
              <a:t>Introspection</a:t>
            </a:r>
            <a:endParaRPr b="1" sz="3100">
              <a:solidFill>
                <a:srgbClr val="03031C"/>
              </a:solidFill>
              <a:latin typeface="Inter"/>
              <a:ea typeface="Inter"/>
              <a:cs typeface="Inter"/>
              <a:sym typeface="Inter"/>
            </a:endParaRPr>
          </a:p>
        </p:txBody>
      </p:sp>
      <p:sp>
        <p:nvSpPr>
          <p:cNvPr id="131" name="Google Shape;131;p30"/>
          <p:cNvSpPr txBox="1"/>
          <p:nvPr/>
        </p:nvSpPr>
        <p:spPr>
          <a:xfrm>
            <a:off x="847350" y="1202050"/>
            <a:ext cx="7449300" cy="322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Inter"/>
                <a:ea typeface="Inter"/>
                <a:cs typeface="Inter"/>
                <a:sym typeface="Inter"/>
              </a:rPr>
              <a:t>GraphQL Introspection in Production</a:t>
            </a:r>
            <a:endParaRPr>
              <a:solidFill>
                <a:schemeClr val="dk1"/>
              </a:solidFill>
              <a:latin typeface="Inter"/>
              <a:ea typeface="Inter"/>
              <a:cs typeface="Inter"/>
              <a:sym typeface="Inter"/>
            </a:endParaRPr>
          </a:p>
          <a:p>
            <a:pPr indent="0" lvl="0" marL="0" rtl="0" algn="l">
              <a:spcBef>
                <a:spcPts val="0"/>
              </a:spcBef>
              <a:spcAft>
                <a:spcPts val="0"/>
              </a:spcAft>
              <a:buNone/>
            </a:pPr>
            <a:r>
              <a:t/>
            </a:r>
            <a:endParaRPr>
              <a:solidFill>
                <a:schemeClr val="dk1"/>
              </a:solidFill>
              <a:latin typeface="Inter"/>
              <a:ea typeface="Inter"/>
              <a:cs typeface="Inter"/>
              <a:sym typeface="Inter"/>
            </a:endParaRPr>
          </a:p>
          <a:p>
            <a:pPr indent="-317500" lvl="0" marL="45720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Introspection is useful for development and debugging.</a:t>
            </a:r>
            <a:endParaRPr>
              <a:solidFill>
                <a:schemeClr val="dk1"/>
              </a:solidFill>
              <a:latin typeface="Inter"/>
              <a:ea typeface="Inter"/>
              <a:cs typeface="Inter"/>
              <a:sym typeface="Inter"/>
            </a:endParaRPr>
          </a:p>
          <a:p>
            <a:pPr indent="-317500" lvl="0" marL="45720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In production, introspection can:</a:t>
            </a:r>
            <a:endParaRPr>
              <a:solidFill>
                <a:schemeClr val="dk1"/>
              </a:solidFill>
              <a:latin typeface="Inter"/>
              <a:ea typeface="Inter"/>
              <a:cs typeface="Inter"/>
              <a:sym typeface="Inter"/>
            </a:endParaRPr>
          </a:p>
          <a:p>
            <a:pPr indent="-317500" lvl="1" marL="91440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Reveal sensitive schema and implementation details.</a:t>
            </a:r>
            <a:endParaRPr>
              <a:solidFill>
                <a:schemeClr val="dk1"/>
              </a:solidFill>
              <a:latin typeface="Inter"/>
              <a:ea typeface="Inter"/>
              <a:cs typeface="Inter"/>
              <a:sym typeface="Inter"/>
            </a:endParaRPr>
          </a:p>
          <a:p>
            <a:pPr indent="-317500" lvl="1" marL="91440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Allow attackers to discover and map out your API.</a:t>
            </a:r>
            <a:endParaRPr>
              <a:solidFill>
                <a:schemeClr val="dk1"/>
              </a:solidFill>
              <a:latin typeface="Inter"/>
              <a:ea typeface="Inter"/>
              <a:cs typeface="Inter"/>
              <a:sym typeface="Inter"/>
            </a:endParaRPr>
          </a:p>
          <a:p>
            <a:pPr indent="-317500" lvl="0" marL="45720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If Authentication Mode is Open (Keyless):</a:t>
            </a:r>
            <a:endParaRPr>
              <a:solidFill>
                <a:schemeClr val="dk1"/>
              </a:solidFill>
              <a:latin typeface="Inter"/>
              <a:ea typeface="Inter"/>
              <a:cs typeface="Inter"/>
              <a:sym typeface="Inter"/>
            </a:endParaRPr>
          </a:p>
          <a:p>
            <a:pPr indent="-317500" lvl="1" marL="91440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Introspection is always enabled and cannot be disabled.</a:t>
            </a:r>
            <a:endParaRPr>
              <a:solidFill>
                <a:schemeClr val="dk1"/>
              </a:solidFill>
              <a:latin typeface="Inter"/>
              <a:ea typeface="Inter"/>
              <a:cs typeface="Inter"/>
              <a:sym typeface="Inter"/>
            </a:endParaRPr>
          </a:p>
          <a:p>
            <a:pPr indent="-317500" lvl="0" marL="45720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You can disable introspection per key or via security policy using:</a:t>
            </a:r>
            <a:endParaRPr>
              <a:solidFill>
                <a:schemeClr val="dk1"/>
              </a:solidFill>
              <a:latin typeface="Inter"/>
              <a:ea typeface="Inter"/>
              <a:cs typeface="Inter"/>
              <a:sym typeface="Inter"/>
            </a:endParaRPr>
          </a:p>
          <a:p>
            <a:pPr indent="-317500" lvl="1" marL="91440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Tyk Dashboard</a:t>
            </a:r>
            <a:endParaRPr>
              <a:solidFill>
                <a:schemeClr val="dk1"/>
              </a:solidFill>
              <a:latin typeface="Inter"/>
              <a:ea typeface="Inter"/>
              <a:cs typeface="Inter"/>
              <a:sym typeface="Inter"/>
            </a:endParaRPr>
          </a:p>
          <a:p>
            <a:pPr indent="-317500" lvl="1" marL="91440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Tyk Gateway API</a:t>
            </a:r>
            <a:endParaRPr>
              <a:solidFill>
                <a:schemeClr val="dk1"/>
              </a:solidFill>
              <a:latin typeface="Inter"/>
              <a:ea typeface="Inter"/>
              <a:cs typeface="Inter"/>
              <a:sym typeface="Inter"/>
            </a:endParaRPr>
          </a:p>
          <a:p>
            <a:pPr indent="0" lvl="0" marL="0" rtl="0" algn="l">
              <a:spcBef>
                <a:spcPts val="0"/>
              </a:spcBef>
              <a:spcAft>
                <a:spcPts val="0"/>
              </a:spcAft>
              <a:buNone/>
            </a:pPr>
            <a:r>
              <a:t/>
            </a:r>
            <a:endParaRPr>
              <a:solidFill>
                <a:schemeClr val="dk1"/>
              </a:solidFill>
              <a:latin typeface="Inter"/>
              <a:ea typeface="Inter"/>
              <a:cs typeface="Inter"/>
              <a:sym typeface="Inter"/>
            </a:endParaRPr>
          </a:p>
          <a:p>
            <a:pPr indent="0" lvl="0" marL="0" rtl="0" algn="l">
              <a:spcBef>
                <a:spcPts val="0"/>
              </a:spcBef>
              <a:spcAft>
                <a:spcPts val="0"/>
              </a:spcAft>
              <a:buNone/>
            </a:pPr>
            <a:r>
              <a:t/>
            </a:r>
            <a:endParaRPr>
              <a:solidFill>
                <a:schemeClr val="dk1"/>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5" name="Shape 135"/>
        <p:cNvGrpSpPr/>
        <p:nvPr/>
      </p:nvGrpSpPr>
      <p:grpSpPr>
        <a:xfrm>
          <a:off x="0" y="0"/>
          <a:ext cx="0" cy="0"/>
          <a:chOff x="0" y="0"/>
          <a:chExt cx="0" cy="0"/>
        </a:xfrm>
      </p:grpSpPr>
      <p:sp>
        <p:nvSpPr>
          <p:cNvPr id="136" name="Google Shape;136;p31"/>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7" name="Google Shape;137;p31"/>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38" name="Google Shape;138;p31"/>
          <p:cNvSpPr txBox="1"/>
          <p:nvPr/>
        </p:nvSpPr>
        <p:spPr>
          <a:xfrm>
            <a:off x="720000" y="309475"/>
            <a:ext cx="78039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100">
                <a:solidFill>
                  <a:srgbClr val="5900CB"/>
                </a:solidFill>
                <a:latin typeface="Inter"/>
                <a:ea typeface="Inter"/>
                <a:cs typeface="Inter"/>
                <a:sym typeface="Inter"/>
              </a:rPr>
              <a:t>Introspection Queries</a:t>
            </a:r>
            <a:endParaRPr b="1" sz="3100">
              <a:solidFill>
                <a:srgbClr val="03031C"/>
              </a:solidFill>
              <a:latin typeface="Inter"/>
              <a:ea typeface="Inter"/>
              <a:cs typeface="Inter"/>
              <a:sym typeface="Inter"/>
            </a:endParaRPr>
          </a:p>
        </p:txBody>
      </p:sp>
      <p:sp>
        <p:nvSpPr>
          <p:cNvPr id="139" name="Google Shape;139;p31"/>
          <p:cNvSpPr txBox="1"/>
          <p:nvPr/>
        </p:nvSpPr>
        <p:spPr>
          <a:xfrm>
            <a:off x="390150" y="1202050"/>
            <a:ext cx="3597000" cy="3221400"/>
          </a:xfrm>
          <a:prstGeom prst="rect">
            <a:avLst/>
          </a:prstGeom>
          <a:noFill/>
          <a:ln>
            <a:noFill/>
          </a:ln>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Any GraphQL API can be explored using introspection queries.</a:t>
            </a:r>
            <a:endParaRPr>
              <a:solidFill>
                <a:schemeClr val="dk1"/>
              </a:solidFill>
              <a:latin typeface="Inter"/>
              <a:ea typeface="Inter"/>
              <a:cs typeface="Inter"/>
              <a:sym typeface="Inter"/>
            </a:endParaRPr>
          </a:p>
          <a:p>
            <a:pPr indent="-317500" lvl="0" marL="45720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Introspection queries reveal detailed schema information.</a:t>
            </a:r>
            <a:endParaRPr>
              <a:solidFill>
                <a:schemeClr val="dk1"/>
              </a:solidFill>
              <a:latin typeface="Inter"/>
              <a:ea typeface="Inter"/>
              <a:cs typeface="Inter"/>
              <a:sym typeface="Inter"/>
            </a:endParaRPr>
          </a:p>
          <a:p>
            <a:pPr indent="-317500" lvl="0" marL="45720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Example: Introspecting all types in the schema.</a:t>
            </a:r>
            <a:endParaRPr>
              <a:solidFill>
                <a:schemeClr val="dk1"/>
              </a:solidFill>
              <a:latin typeface="Inter"/>
              <a:ea typeface="Inter"/>
              <a:cs typeface="Inter"/>
              <a:sym typeface="Inter"/>
            </a:endParaRPr>
          </a:p>
          <a:p>
            <a:pPr indent="0" lvl="0" marL="0" rtl="0" algn="l">
              <a:spcBef>
                <a:spcPts val="0"/>
              </a:spcBef>
              <a:spcAft>
                <a:spcPts val="0"/>
              </a:spcAft>
              <a:buNone/>
            </a:pPr>
            <a:r>
              <a:t/>
            </a:r>
            <a:endParaRPr>
              <a:solidFill>
                <a:schemeClr val="dk1"/>
              </a:solidFill>
              <a:latin typeface="Inter"/>
              <a:ea typeface="Inter"/>
              <a:cs typeface="Inter"/>
              <a:sym typeface="Inter"/>
            </a:endParaRPr>
          </a:p>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40" name="Google Shape;140;p31"/>
          <p:cNvSpPr txBox="1"/>
          <p:nvPr/>
        </p:nvSpPr>
        <p:spPr>
          <a:xfrm>
            <a:off x="4581150" y="1202050"/>
            <a:ext cx="4476900" cy="322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GB">
                <a:solidFill>
                  <a:schemeClr val="dk1"/>
                </a:solidFill>
                <a:latin typeface="Courier New"/>
                <a:ea typeface="Courier New"/>
                <a:cs typeface="Courier New"/>
                <a:sym typeface="Courier New"/>
              </a:rPr>
              <a:t>query {</a:t>
            </a:r>
            <a:endParaRPr>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a:solidFill>
                  <a:schemeClr val="dk1"/>
                </a:solidFill>
                <a:latin typeface="Courier New"/>
                <a:ea typeface="Courier New"/>
                <a:cs typeface="Courier New"/>
                <a:sym typeface="Courier New"/>
              </a:rPr>
              <a:t>  __schema {</a:t>
            </a:r>
            <a:endParaRPr>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a:solidFill>
                  <a:schemeClr val="dk1"/>
                </a:solidFill>
                <a:latin typeface="Courier New"/>
                <a:ea typeface="Courier New"/>
                <a:cs typeface="Courier New"/>
                <a:sym typeface="Courier New"/>
              </a:rPr>
              <a:t>    types {</a:t>
            </a:r>
            <a:endParaRPr>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a:solidFill>
                  <a:schemeClr val="dk1"/>
                </a:solidFill>
                <a:latin typeface="Courier New"/>
                <a:ea typeface="Courier New"/>
                <a:cs typeface="Courier New"/>
                <a:sym typeface="Courier New"/>
              </a:rPr>
              <a:t>      name</a:t>
            </a:r>
            <a:endParaRPr>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a:solidFill>
                  <a:schemeClr val="dk1"/>
                </a:solidFill>
                <a:latin typeface="Courier New"/>
                <a:ea typeface="Courier New"/>
                <a:cs typeface="Courier New"/>
                <a:sym typeface="Courier New"/>
              </a:rPr>
              <a:t>      description</a:t>
            </a:r>
            <a:endParaRPr>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a:solidFill>
                  <a:schemeClr val="dk1"/>
                </a:solidFill>
                <a:latin typeface="Courier New"/>
                <a:ea typeface="Courier New"/>
                <a:cs typeface="Courier New"/>
                <a:sym typeface="Courier New"/>
              </a:rPr>
              <a:t>      kind</a:t>
            </a:r>
            <a:endParaRPr>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a:solidFill>
                  <a:schemeClr val="dk1"/>
                </a:solidFill>
                <a:latin typeface="Courier New"/>
                <a:ea typeface="Courier New"/>
                <a:cs typeface="Courier New"/>
                <a:sym typeface="Courier New"/>
              </a:rPr>
              <a:t>    }</a:t>
            </a:r>
            <a:endParaRPr>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a:solidFill>
                  <a:schemeClr val="dk1"/>
                </a:solidFill>
                <a:latin typeface="Courier New"/>
                <a:ea typeface="Courier New"/>
                <a:cs typeface="Courier New"/>
                <a:sym typeface="Courier New"/>
              </a:rPr>
              <a:t>    queryType {</a:t>
            </a:r>
            <a:endParaRPr>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a:solidFill>
                  <a:schemeClr val="dk1"/>
                </a:solidFill>
                <a:latin typeface="Courier New"/>
                <a:ea typeface="Courier New"/>
                <a:cs typeface="Courier New"/>
                <a:sym typeface="Courier New"/>
              </a:rPr>
              <a:t>      fields {</a:t>
            </a:r>
            <a:endParaRPr>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a:solidFill>
                  <a:schemeClr val="dk1"/>
                </a:solidFill>
                <a:latin typeface="Courier New"/>
                <a:ea typeface="Courier New"/>
                <a:cs typeface="Courier New"/>
                <a:sym typeface="Courier New"/>
              </a:rPr>
              <a:t>        name</a:t>
            </a:r>
            <a:endParaRPr>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a:solidFill>
                  <a:schemeClr val="dk1"/>
                </a:solidFill>
                <a:latin typeface="Courier New"/>
                <a:ea typeface="Courier New"/>
                <a:cs typeface="Courier New"/>
                <a:sym typeface="Courier New"/>
              </a:rPr>
              <a:t>        description</a:t>
            </a:r>
            <a:endParaRPr>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a:solidFill>
                  <a:schemeClr val="dk1"/>
                </a:solidFill>
                <a:latin typeface="Courier New"/>
                <a:ea typeface="Courier New"/>
                <a:cs typeface="Courier New"/>
                <a:sym typeface="Courier New"/>
              </a:rPr>
              <a:t>      }</a:t>
            </a:r>
            <a:endParaRPr>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a:solidFill>
                  <a:schemeClr val="dk1"/>
                </a:solidFill>
                <a:latin typeface="Courier New"/>
                <a:ea typeface="Courier New"/>
                <a:cs typeface="Courier New"/>
                <a:sym typeface="Courier New"/>
              </a:rPr>
              <a:t>    }</a:t>
            </a:r>
            <a:endParaRPr>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a:solidFill>
                  <a:schemeClr val="dk1"/>
                </a:solidFill>
                <a:latin typeface="Courier New"/>
                <a:ea typeface="Courier New"/>
                <a:cs typeface="Courier New"/>
                <a:sym typeface="Courier New"/>
              </a:rPr>
              <a:t>  }</a:t>
            </a:r>
            <a:endParaRPr>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a:solidFill>
                  <a:schemeClr val="dk1"/>
                </a:solidFill>
                <a:latin typeface="Courier New"/>
                <a:ea typeface="Courier New"/>
                <a:cs typeface="Courier New"/>
                <a:sym typeface="Courier New"/>
              </a:rPr>
              <a:t>}</a:t>
            </a:r>
            <a:endParaRPr>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a:solidFill>
                <a:schemeClr val="dk1"/>
              </a:solidFill>
              <a:latin typeface="Inter"/>
              <a:ea typeface="Inter"/>
              <a:cs typeface="Inter"/>
              <a:sym typeface="Inter"/>
            </a:endParaRPr>
          </a:p>
          <a:p>
            <a:pPr indent="0" lvl="0" marL="0" rtl="0" algn="l">
              <a:spcBef>
                <a:spcPts val="0"/>
              </a:spcBef>
              <a:spcAft>
                <a:spcPts val="0"/>
              </a:spcAft>
              <a:buNone/>
            </a:pPr>
            <a:r>
              <a:t/>
            </a:r>
            <a:endParaRPr>
              <a:solidFill>
                <a:schemeClr val="dk1"/>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4" name="Shape 144"/>
        <p:cNvGrpSpPr/>
        <p:nvPr/>
      </p:nvGrpSpPr>
      <p:grpSpPr>
        <a:xfrm>
          <a:off x="0" y="0"/>
          <a:ext cx="0" cy="0"/>
          <a:chOff x="0" y="0"/>
          <a:chExt cx="0" cy="0"/>
        </a:xfrm>
      </p:grpSpPr>
      <p:sp>
        <p:nvSpPr>
          <p:cNvPr id="145" name="Google Shape;145;p32"/>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6" name="Google Shape;146;p32"/>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47" name="Google Shape;147;p32"/>
          <p:cNvSpPr txBox="1"/>
          <p:nvPr/>
        </p:nvSpPr>
        <p:spPr>
          <a:xfrm>
            <a:off x="110400" y="4675"/>
            <a:ext cx="78039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100">
                <a:solidFill>
                  <a:srgbClr val="5900CB"/>
                </a:solidFill>
                <a:latin typeface="Inter"/>
                <a:ea typeface="Inter"/>
                <a:cs typeface="Inter"/>
                <a:sym typeface="Inter"/>
              </a:rPr>
              <a:t>Introspection Queries</a:t>
            </a:r>
            <a:endParaRPr b="1" sz="3100">
              <a:solidFill>
                <a:srgbClr val="03031C"/>
              </a:solidFill>
              <a:latin typeface="Inter"/>
              <a:ea typeface="Inter"/>
              <a:cs typeface="Inter"/>
              <a:sym typeface="Inter"/>
            </a:endParaRPr>
          </a:p>
        </p:txBody>
      </p:sp>
      <p:sp>
        <p:nvSpPr>
          <p:cNvPr id="148" name="Google Shape;148;p32"/>
          <p:cNvSpPr txBox="1"/>
          <p:nvPr/>
        </p:nvSpPr>
        <p:spPr>
          <a:xfrm>
            <a:off x="161550" y="668650"/>
            <a:ext cx="8217000" cy="32214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Clr>
                <a:schemeClr val="dk1"/>
              </a:buClr>
              <a:buSzPts val="1300"/>
              <a:buFont typeface="Inter"/>
              <a:buChar char="●"/>
            </a:pPr>
            <a:r>
              <a:rPr b="1" lang="en-GB" sz="1300">
                <a:solidFill>
                  <a:schemeClr val="dk1"/>
                </a:solidFill>
                <a:latin typeface="Inter"/>
                <a:ea typeface="Inter"/>
                <a:cs typeface="Inter"/>
                <a:sym typeface="Inter"/>
              </a:rPr>
              <a:t>Schema Overview Query</a:t>
            </a:r>
            <a:endParaRPr b="1" sz="1300">
              <a:solidFill>
                <a:schemeClr val="dk1"/>
              </a:solidFill>
              <a:latin typeface="Inter"/>
              <a:ea typeface="Inter"/>
              <a:cs typeface="Inter"/>
              <a:sym typeface="Inter"/>
            </a:endParaRPr>
          </a:p>
          <a:p>
            <a:pPr indent="-311150" lvl="1" marL="914400" rtl="0" algn="l">
              <a:lnSpc>
                <a:spcPct val="115000"/>
              </a:lnSpc>
              <a:spcBef>
                <a:spcPts val="0"/>
              </a:spcBef>
              <a:spcAft>
                <a:spcPts val="0"/>
              </a:spcAft>
              <a:buClr>
                <a:schemeClr val="dk1"/>
              </a:buClr>
              <a:buSzPts val="1300"/>
              <a:buFont typeface="Inter"/>
              <a:buChar char="○"/>
            </a:pPr>
            <a:r>
              <a:rPr lang="en-GB" sz="1300">
                <a:solidFill>
                  <a:schemeClr val="dk1"/>
                </a:solidFill>
                <a:latin typeface="Inter"/>
                <a:ea typeface="Inter"/>
                <a:cs typeface="Inter"/>
                <a:sym typeface="Inter"/>
              </a:rPr>
              <a:t>Retrieves a summary of all types, queries, and mutations in the schema, including their names, kinds, and descriptions.</a:t>
            </a:r>
            <a:endParaRPr sz="1300">
              <a:solidFill>
                <a:schemeClr val="dk1"/>
              </a:solidFill>
              <a:latin typeface="Inter"/>
              <a:ea typeface="Inter"/>
              <a:cs typeface="Inter"/>
              <a:sym typeface="Inter"/>
            </a:endParaRPr>
          </a:p>
          <a:p>
            <a:pPr indent="0" lvl="0" marL="0" rtl="0" algn="l">
              <a:lnSpc>
                <a:spcPct val="115000"/>
              </a:lnSpc>
              <a:spcBef>
                <a:spcPts val="0"/>
              </a:spcBef>
              <a:spcAft>
                <a:spcPts val="0"/>
              </a:spcAft>
              <a:buNone/>
            </a:pPr>
            <a:r>
              <a:t/>
            </a:r>
            <a:endParaRPr sz="1300">
              <a:solidFill>
                <a:schemeClr val="dk1"/>
              </a:solidFill>
              <a:latin typeface="Inter"/>
              <a:ea typeface="Inter"/>
              <a:cs typeface="Inter"/>
              <a:sym typeface="Inter"/>
            </a:endParaRPr>
          </a:p>
          <a:p>
            <a:pPr indent="-311150" lvl="0" marL="457200" rtl="0" algn="l">
              <a:lnSpc>
                <a:spcPct val="115000"/>
              </a:lnSpc>
              <a:spcBef>
                <a:spcPts val="0"/>
              </a:spcBef>
              <a:spcAft>
                <a:spcPts val="0"/>
              </a:spcAft>
              <a:buClr>
                <a:schemeClr val="dk1"/>
              </a:buClr>
              <a:buSzPts val="1300"/>
              <a:buFont typeface="Inter"/>
              <a:buChar char="●"/>
            </a:pPr>
            <a:r>
              <a:rPr b="1" lang="en-GB" sz="1300">
                <a:solidFill>
                  <a:schemeClr val="dk1"/>
                </a:solidFill>
                <a:latin typeface="Inter"/>
                <a:ea typeface="Inter"/>
                <a:cs typeface="Inter"/>
                <a:sym typeface="Inter"/>
              </a:rPr>
              <a:t>Single Type Details Query</a:t>
            </a:r>
            <a:endParaRPr b="1" sz="1300">
              <a:solidFill>
                <a:schemeClr val="dk1"/>
              </a:solidFill>
              <a:latin typeface="Inter"/>
              <a:ea typeface="Inter"/>
              <a:cs typeface="Inter"/>
              <a:sym typeface="Inter"/>
            </a:endParaRPr>
          </a:p>
          <a:p>
            <a:pPr indent="-311150" lvl="1" marL="914400" rtl="0" algn="l">
              <a:lnSpc>
                <a:spcPct val="115000"/>
              </a:lnSpc>
              <a:spcBef>
                <a:spcPts val="0"/>
              </a:spcBef>
              <a:spcAft>
                <a:spcPts val="0"/>
              </a:spcAft>
              <a:buClr>
                <a:schemeClr val="dk1"/>
              </a:buClr>
              <a:buSzPts val="1300"/>
              <a:buFont typeface="Inter"/>
              <a:buChar char="○"/>
            </a:pPr>
            <a:r>
              <a:rPr lang="en-GB" sz="1300">
                <a:solidFill>
                  <a:schemeClr val="dk1"/>
                </a:solidFill>
                <a:latin typeface="Inter"/>
                <a:ea typeface="Inter"/>
                <a:cs typeface="Inter"/>
                <a:sym typeface="Inter"/>
              </a:rPr>
              <a:t>Fetches detailed information about a specific type, such as its fields, arguments, interfaces, enum values, and descriptions.</a:t>
            </a:r>
            <a:endParaRPr sz="1300">
              <a:solidFill>
                <a:schemeClr val="dk1"/>
              </a:solidFill>
              <a:latin typeface="Inter"/>
              <a:ea typeface="Inter"/>
              <a:cs typeface="Inter"/>
              <a:sym typeface="Inter"/>
            </a:endParaRPr>
          </a:p>
          <a:p>
            <a:pPr indent="0" lvl="0" marL="0" rtl="0" algn="l">
              <a:lnSpc>
                <a:spcPct val="115000"/>
              </a:lnSpc>
              <a:spcBef>
                <a:spcPts val="0"/>
              </a:spcBef>
              <a:spcAft>
                <a:spcPts val="0"/>
              </a:spcAft>
              <a:buNone/>
            </a:pPr>
            <a:r>
              <a:t/>
            </a:r>
            <a:endParaRPr sz="1300">
              <a:solidFill>
                <a:schemeClr val="dk1"/>
              </a:solidFill>
              <a:latin typeface="Inter"/>
              <a:ea typeface="Inter"/>
              <a:cs typeface="Inter"/>
              <a:sym typeface="Inter"/>
            </a:endParaRPr>
          </a:p>
          <a:p>
            <a:pPr indent="-311150" lvl="0" marL="457200" rtl="0" algn="l">
              <a:lnSpc>
                <a:spcPct val="115000"/>
              </a:lnSpc>
              <a:spcBef>
                <a:spcPts val="0"/>
              </a:spcBef>
              <a:spcAft>
                <a:spcPts val="0"/>
              </a:spcAft>
              <a:buClr>
                <a:schemeClr val="dk1"/>
              </a:buClr>
              <a:buSzPts val="1300"/>
              <a:buFont typeface="Inter"/>
              <a:buChar char="●"/>
            </a:pPr>
            <a:r>
              <a:rPr b="1" lang="en-GB" sz="1300">
                <a:solidFill>
                  <a:schemeClr val="dk1"/>
                </a:solidFill>
                <a:latin typeface="Inter"/>
                <a:ea typeface="Inter"/>
                <a:cs typeface="Inter"/>
                <a:sym typeface="Inter"/>
              </a:rPr>
              <a:t>Field Arguments Query</a:t>
            </a:r>
            <a:endParaRPr b="1" sz="1300">
              <a:solidFill>
                <a:schemeClr val="dk1"/>
              </a:solidFill>
              <a:latin typeface="Inter"/>
              <a:ea typeface="Inter"/>
              <a:cs typeface="Inter"/>
              <a:sym typeface="Inter"/>
            </a:endParaRPr>
          </a:p>
          <a:p>
            <a:pPr indent="-311150" lvl="1" marL="914400" rtl="0" algn="l">
              <a:lnSpc>
                <a:spcPct val="115000"/>
              </a:lnSpc>
              <a:spcBef>
                <a:spcPts val="0"/>
              </a:spcBef>
              <a:spcAft>
                <a:spcPts val="0"/>
              </a:spcAft>
              <a:buClr>
                <a:schemeClr val="dk1"/>
              </a:buClr>
              <a:buSzPts val="1300"/>
              <a:buFont typeface="Inter"/>
              <a:buChar char="○"/>
            </a:pPr>
            <a:r>
              <a:rPr lang="en-GB" sz="1300">
                <a:solidFill>
                  <a:schemeClr val="dk1"/>
                </a:solidFill>
                <a:latin typeface="Inter"/>
                <a:ea typeface="Inter"/>
                <a:cs typeface="Inter"/>
                <a:sym typeface="Inter"/>
              </a:rPr>
              <a:t>Focuses on the arguments of a specific field, detailing their names, types, and default values.</a:t>
            </a:r>
            <a:endParaRPr sz="1300">
              <a:solidFill>
                <a:schemeClr val="dk1"/>
              </a:solidFill>
              <a:latin typeface="Inter"/>
              <a:ea typeface="Inter"/>
              <a:cs typeface="Inter"/>
              <a:sym typeface="Inter"/>
            </a:endParaRPr>
          </a:p>
          <a:p>
            <a:pPr indent="0" lvl="0" marL="0" rtl="0" algn="l">
              <a:lnSpc>
                <a:spcPct val="115000"/>
              </a:lnSpc>
              <a:spcBef>
                <a:spcPts val="0"/>
              </a:spcBef>
              <a:spcAft>
                <a:spcPts val="0"/>
              </a:spcAft>
              <a:buNone/>
            </a:pPr>
            <a:r>
              <a:t/>
            </a:r>
            <a:endParaRPr sz="1300">
              <a:solidFill>
                <a:schemeClr val="dk1"/>
              </a:solidFill>
              <a:latin typeface="Inter"/>
              <a:ea typeface="Inter"/>
              <a:cs typeface="Inter"/>
              <a:sym typeface="Inter"/>
            </a:endParaRPr>
          </a:p>
          <a:p>
            <a:pPr indent="-311150" lvl="0" marL="457200" rtl="0" algn="l">
              <a:lnSpc>
                <a:spcPct val="115000"/>
              </a:lnSpc>
              <a:spcBef>
                <a:spcPts val="0"/>
              </a:spcBef>
              <a:spcAft>
                <a:spcPts val="0"/>
              </a:spcAft>
              <a:buClr>
                <a:schemeClr val="dk1"/>
              </a:buClr>
              <a:buSzPts val="1300"/>
              <a:buFont typeface="Inter"/>
              <a:buChar char="●"/>
            </a:pPr>
            <a:r>
              <a:rPr b="1" lang="en-GB" sz="1300">
                <a:solidFill>
                  <a:schemeClr val="dk1"/>
                </a:solidFill>
                <a:latin typeface="Inter"/>
                <a:ea typeface="Inter"/>
                <a:cs typeface="Inter"/>
                <a:sym typeface="Inter"/>
              </a:rPr>
              <a:t>Enum Values Query</a:t>
            </a:r>
            <a:endParaRPr b="1" sz="1300">
              <a:solidFill>
                <a:schemeClr val="dk1"/>
              </a:solidFill>
              <a:latin typeface="Inter"/>
              <a:ea typeface="Inter"/>
              <a:cs typeface="Inter"/>
              <a:sym typeface="Inter"/>
            </a:endParaRPr>
          </a:p>
          <a:p>
            <a:pPr indent="-311150" lvl="1" marL="914400" rtl="0" algn="l">
              <a:lnSpc>
                <a:spcPct val="115000"/>
              </a:lnSpc>
              <a:spcBef>
                <a:spcPts val="0"/>
              </a:spcBef>
              <a:spcAft>
                <a:spcPts val="0"/>
              </a:spcAft>
              <a:buClr>
                <a:schemeClr val="dk1"/>
              </a:buClr>
              <a:buSzPts val="1300"/>
              <a:buFont typeface="Inter"/>
              <a:buChar char="○"/>
            </a:pPr>
            <a:r>
              <a:rPr lang="en-GB" sz="1300">
                <a:solidFill>
                  <a:schemeClr val="dk1"/>
                </a:solidFill>
                <a:latin typeface="Inter"/>
                <a:ea typeface="Inter"/>
                <a:cs typeface="Inter"/>
                <a:sym typeface="Inter"/>
              </a:rPr>
              <a:t>Retrieves the possible values for an enum type, including descriptions and deprecation status.</a:t>
            </a:r>
            <a:endParaRPr sz="1300">
              <a:solidFill>
                <a:schemeClr val="dk1"/>
              </a:solidFill>
              <a:latin typeface="Inter"/>
              <a:ea typeface="Inter"/>
              <a:cs typeface="Inter"/>
              <a:sym typeface="Inter"/>
            </a:endParaRPr>
          </a:p>
          <a:p>
            <a:pPr indent="0" lvl="0" marL="0" rtl="0" algn="l">
              <a:lnSpc>
                <a:spcPct val="115000"/>
              </a:lnSpc>
              <a:spcBef>
                <a:spcPts val="0"/>
              </a:spcBef>
              <a:spcAft>
                <a:spcPts val="0"/>
              </a:spcAft>
              <a:buNone/>
            </a:pPr>
            <a:r>
              <a:t/>
            </a:r>
            <a:endParaRPr sz="1300">
              <a:solidFill>
                <a:schemeClr val="dk1"/>
              </a:solidFill>
              <a:latin typeface="Inter"/>
              <a:ea typeface="Inter"/>
              <a:cs typeface="Inter"/>
              <a:sym typeface="Inter"/>
            </a:endParaRPr>
          </a:p>
          <a:p>
            <a:pPr indent="-311150" lvl="0" marL="457200" rtl="0" algn="l">
              <a:lnSpc>
                <a:spcPct val="115000"/>
              </a:lnSpc>
              <a:spcBef>
                <a:spcPts val="0"/>
              </a:spcBef>
              <a:spcAft>
                <a:spcPts val="0"/>
              </a:spcAft>
              <a:buClr>
                <a:schemeClr val="dk1"/>
              </a:buClr>
              <a:buSzPts val="1300"/>
              <a:buFont typeface="Inter"/>
              <a:buChar char="●"/>
            </a:pPr>
            <a:r>
              <a:rPr b="1" lang="en-GB" sz="1300">
                <a:solidFill>
                  <a:schemeClr val="dk1"/>
                </a:solidFill>
                <a:latin typeface="Inter"/>
                <a:ea typeface="Inter"/>
                <a:cs typeface="Inter"/>
                <a:sym typeface="Inter"/>
              </a:rPr>
              <a:t>Interface and Union Types Query</a:t>
            </a:r>
            <a:endParaRPr b="1" sz="1300">
              <a:solidFill>
                <a:schemeClr val="dk1"/>
              </a:solidFill>
              <a:latin typeface="Inter"/>
              <a:ea typeface="Inter"/>
              <a:cs typeface="Inter"/>
              <a:sym typeface="Inter"/>
            </a:endParaRPr>
          </a:p>
          <a:p>
            <a:pPr indent="-311150" lvl="1" marL="914400" rtl="0" algn="l">
              <a:lnSpc>
                <a:spcPct val="115000"/>
              </a:lnSpc>
              <a:spcBef>
                <a:spcPts val="0"/>
              </a:spcBef>
              <a:spcAft>
                <a:spcPts val="0"/>
              </a:spcAft>
              <a:buClr>
                <a:schemeClr val="dk1"/>
              </a:buClr>
              <a:buSzPts val="1300"/>
              <a:buFont typeface="Inter"/>
              <a:buChar char="○"/>
            </a:pPr>
            <a:r>
              <a:rPr lang="en-GB" sz="1300">
                <a:solidFill>
                  <a:schemeClr val="dk1"/>
                </a:solidFill>
                <a:latin typeface="Inter"/>
                <a:ea typeface="Inter"/>
                <a:cs typeface="Inter"/>
                <a:sym typeface="Inter"/>
              </a:rPr>
              <a:t>Provides information on the possible types that implement an interface or belong to a union.</a:t>
            </a:r>
            <a:endParaRPr sz="1300">
              <a:solidFill>
                <a:schemeClr val="dk1"/>
              </a:solidFill>
              <a:latin typeface="Inter"/>
              <a:ea typeface="Inter"/>
              <a:cs typeface="Inter"/>
              <a:sym typeface="Inter"/>
            </a:endParaRPr>
          </a:p>
          <a:p>
            <a:pPr indent="0" lvl="0" marL="0" rtl="0" algn="l">
              <a:lnSpc>
                <a:spcPct val="150000"/>
              </a:lnSpc>
              <a:spcBef>
                <a:spcPts val="0"/>
              </a:spcBef>
              <a:spcAft>
                <a:spcPts val="0"/>
              </a:spcAft>
              <a:buNone/>
            </a:pPr>
            <a:r>
              <a:t/>
            </a:r>
            <a:endParaRPr b="1">
              <a:solidFill>
                <a:schemeClr val="dk1"/>
              </a:solidFill>
              <a:latin typeface="Inter"/>
              <a:ea typeface="Inter"/>
              <a:cs typeface="Inter"/>
              <a:sym typeface="Inter"/>
            </a:endParaRPr>
          </a:p>
          <a:p>
            <a:pPr indent="0" lvl="0" marL="0" rtl="0" algn="l">
              <a:lnSpc>
                <a:spcPct val="150000"/>
              </a:lnSpc>
              <a:spcBef>
                <a:spcPts val="0"/>
              </a:spcBef>
              <a:spcAft>
                <a:spcPts val="0"/>
              </a:spcAft>
              <a:buNone/>
            </a:pPr>
            <a:r>
              <a:t/>
            </a:r>
            <a:endParaRPr b="1">
              <a:solidFill>
                <a:schemeClr val="dk1"/>
              </a:solidFill>
              <a:latin typeface="Inter"/>
              <a:ea typeface="Inter"/>
              <a:cs typeface="Inter"/>
              <a:sym typeface="Inter"/>
            </a:endParaRPr>
          </a:p>
          <a:p>
            <a:pPr indent="0" lvl="0" marL="0" rtl="0" algn="l">
              <a:lnSpc>
                <a:spcPct val="150000"/>
              </a:lnSpc>
              <a:spcBef>
                <a:spcPts val="0"/>
              </a:spcBef>
              <a:spcAft>
                <a:spcPts val="0"/>
              </a:spcAft>
              <a:buNone/>
            </a:pPr>
            <a:r>
              <a:t/>
            </a:r>
            <a:endParaRPr>
              <a:solidFill>
                <a:schemeClr val="dk1"/>
              </a:solidFill>
              <a:latin typeface="Inter"/>
              <a:ea typeface="Inter"/>
              <a:cs typeface="Inter"/>
              <a:sym typeface="Inter"/>
            </a:endParaRPr>
          </a:p>
          <a:p>
            <a:pPr indent="0" lvl="0" marL="0" rtl="0" algn="l">
              <a:lnSpc>
                <a:spcPct val="150000"/>
              </a:lnSpc>
              <a:spcBef>
                <a:spcPts val="0"/>
              </a:spcBef>
              <a:spcAft>
                <a:spcPts val="0"/>
              </a:spcAft>
              <a:buNone/>
            </a:pPr>
            <a:r>
              <a:t/>
            </a:r>
            <a:endParaRPr>
              <a:solidFill>
                <a:schemeClr val="dk1"/>
              </a:solidFill>
              <a:latin typeface="Inter"/>
              <a:ea typeface="Inter"/>
              <a:cs typeface="Inter"/>
              <a:sym typeface="Inter"/>
            </a:endParaRPr>
          </a:p>
          <a:p>
            <a:pPr indent="0" lvl="0" marL="0" rtl="0" algn="l">
              <a:spcBef>
                <a:spcPts val="0"/>
              </a:spcBef>
              <a:spcAft>
                <a:spcPts val="0"/>
              </a:spcAft>
              <a:buNone/>
            </a:pPr>
            <a:r>
              <a:t/>
            </a:r>
            <a:endParaRPr>
              <a:solidFill>
                <a:schemeClr val="dk1"/>
              </a:solidFill>
              <a:latin typeface="Inter"/>
              <a:ea typeface="Inter"/>
              <a:cs typeface="Inter"/>
              <a:sym typeface="Inter"/>
            </a:endParaRPr>
          </a:p>
          <a:p>
            <a:pPr indent="0" lvl="0" marL="0" rtl="0" algn="l">
              <a:spcBef>
                <a:spcPts val="0"/>
              </a:spcBef>
              <a:spcAft>
                <a:spcPts val="0"/>
              </a:spcAft>
              <a:buNone/>
            </a:pPr>
            <a:r>
              <a:t/>
            </a:r>
            <a:endParaRPr>
              <a:solidFill>
                <a:schemeClr val="dk1"/>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yk main slide deck">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