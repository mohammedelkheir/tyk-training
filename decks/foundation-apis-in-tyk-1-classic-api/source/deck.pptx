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"/>
      <p:regular r:id="rId9"/>
      <p:bold r:id="rId10"/>
      <p:italic r:id="rId11"/>
      <p:boldItalic r:id="rId12"/>
    </p:embeddedFon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3" Type="http://schemas.openxmlformats.org/officeDocument/2006/relationships/font" Target="fonts/HelveticaNeue-regular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8a149a9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8a149a9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8a149a9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8a149a9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9400" y="1802250"/>
            <a:ext cx="842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Classic API Definitions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20000" y="1154200"/>
            <a:ext cx="5290200" cy="3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Defined using JSON structure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Fully customizable API config file managed via Dashboard or API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Contains all gateway-level logic, such as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Authentication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Rate-limiting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Target URL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Versions</a:t>
            </a:r>
            <a:endParaRPr sz="13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300"/>
              <a:buFont typeface="Inter"/>
              <a:buChar char="○"/>
            </a:pPr>
            <a:r>
              <a:rPr lang="en-GB" sz="13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Middleware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Editable via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Dashboard UI (API Designer)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Admin API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Classic API Definition file (.json)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Tyk-Classic API Definition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6775" y="1750988"/>
            <a:ext cx="1647277" cy="16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070" y="1089150"/>
            <a:ext cx="6828053" cy="386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631" y="1089150"/>
            <a:ext cx="3169495" cy="386752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3693466" y="1284943"/>
            <a:ext cx="1039200" cy="4716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048062" y="1424999"/>
            <a:ext cx="2640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Metadata about the API</a:t>
            </a:r>
            <a:endParaRPr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53931" y="2122448"/>
            <a:ext cx="293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Security method type and location of credentials</a:t>
            </a:r>
            <a:endParaRPr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38975" y="3088576"/>
            <a:ext cx="3149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Version data and middleware </a:t>
            </a:r>
            <a:endParaRPr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configurations for list operations</a:t>
            </a:r>
            <a:endParaRPr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384365" y="4088880"/>
            <a:ext cx="230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Roboto"/>
              <a:buNone/>
            </a:pPr>
            <a:r>
              <a:rPr i="0" lang="en-GB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and listener setup</a:t>
            </a:r>
            <a:endParaRPr i="0" sz="1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688428" y="1797704"/>
            <a:ext cx="1044000" cy="8631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693466" y="2687866"/>
            <a:ext cx="1039200" cy="11571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693466" y="3884876"/>
            <a:ext cx="1039200" cy="6234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19050">
            <a:solidFill>
              <a:srgbClr val="056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Necessary Fields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