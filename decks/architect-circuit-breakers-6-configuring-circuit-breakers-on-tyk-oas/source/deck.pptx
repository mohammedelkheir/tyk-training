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4312B5-09AC-4F76-8DD8-2F97B366C1CC}">
  <a:tblStyle styleId="{874312B5-09AC-4F76-8DD8-2F97B366C1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bold.fntdata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11dd162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11dd162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1dd162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1dd162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Tyk's OAS-based APIs, we use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operationId</a:t>
            </a:r>
            <a:r>
              <a:rPr lang="en-GB">
                <a:solidFill>
                  <a:schemeClr val="dk1"/>
                </a:solidFill>
              </a:rPr>
              <a:t> to bind middleware like circuit breakers to specific endpoints.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define the circuit breaker inside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x-tyk-api-gateway.middleware.operations</a:t>
            </a:r>
            <a:r>
              <a:rPr lang="en-GB">
                <a:solidFill>
                  <a:schemeClr val="dk1"/>
                </a:solidFill>
              </a:rPr>
              <a:t> and point to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operationId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supports path wildcards via OpenAPI patterns, but under the hood, they match using regex.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697eec8b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697eec8b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break down the configuration fields: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threshold</a:t>
            </a:r>
            <a:r>
              <a:rPr lang="en-GB">
                <a:solidFill>
                  <a:schemeClr val="dk1"/>
                </a:solidFill>
              </a:rPr>
              <a:t> is your error rate trigger,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sampleSize</a:t>
            </a:r>
            <a:r>
              <a:rPr lang="en-GB">
                <a:solidFill>
                  <a:schemeClr val="dk1"/>
                </a:solidFill>
              </a:rPr>
              <a:t> sets how many requests must happen before checking.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Once tripped, the breaker stays open for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coolDownPeriod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Enabling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halfOpenStateEnabled</a:t>
            </a:r>
            <a:r>
              <a:rPr lang="en-GB">
                <a:solidFill>
                  <a:schemeClr val="dk1"/>
                </a:solidFill>
              </a:rPr>
              <a:t> makes Tyk periodically check if the upstream is back without waiting the full cooldown.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697eec8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697eec8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break down the configuration fields: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threshold</a:t>
            </a:r>
            <a:r>
              <a:rPr lang="en-GB">
                <a:solidFill>
                  <a:schemeClr val="dk1"/>
                </a:solidFill>
              </a:rPr>
              <a:t> is your error rate trigger,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sampleSize</a:t>
            </a:r>
            <a:r>
              <a:rPr lang="en-GB">
                <a:solidFill>
                  <a:schemeClr val="dk1"/>
                </a:solidFill>
              </a:rPr>
              <a:t> sets how many requests must happen before checking.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Once tripped, the breaker stays open for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coolDownPeriod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Enabling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halfOpenStateEnabled</a:t>
            </a:r>
            <a:r>
              <a:rPr lang="en-GB">
                <a:solidFill>
                  <a:schemeClr val="dk1"/>
                </a:solidFill>
              </a:rPr>
              <a:t> makes Tyk periodically check if the upstream is back without waiting the full cooldown.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697eec8b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697eec8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415550" y="1625100"/>
            <a:ext cx="6312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Configuring Circuit Breaker on Tyk OAS API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1154200"/>
            <a:ext cx="77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157075"/>
            <a:ext cx="7858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Configuring Circuit Breakers in Tyk OAS Definitions</a:t>
            </a:r>
            <a:endParaRPr b="1" sz="2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78375" y="872475"/>
            <a:ext cx="77382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Leverages OpenAPI Operation IDs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attaches the circuit breaker to specific operationIds declared in your OpenAPI document.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These are linked to method + path, e.g., GET /status/200 → status/200get.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Supports Wildcards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OpenAPI paths like /status/{code} are treated as wildcards → matched as (.*)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Easier to configure human-readable paths while applying policies broadly.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in x-tyk-api-gateway.middleware.operations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"middleware":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"operations":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"status/200get":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"circuitBreaker":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"enabled": true,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"threshold": 0.5,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"sampleSize": 10,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"coolDownPeriod": 60,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"halfOpenStateEnabled": true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15200" y="1154200"/>
            <a:ext cx="77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157075"/>
            <a:ext cx="7858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Circuit Breaker Parameters</a:t>
            </a:r>
            <a:endParaRPr b="1" sz="2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952500" y="89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{874312B5-09AC-4F76-8DD8-2F97B366C1CC}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Parameter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Purpose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enabled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Turns the middleware </a:t>
                      </a:r>
                      <a:r>
                        <a:rPr b="1" lang="en-GB" sz="1100"/>
                        <a:t>on or off</a:t>
                      </a:r>
                      <a:r>
                        <a:rPr lang="en-GB" sz="1100"/>
                        <a:t> for this operation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threshold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The </a:t>
                      </a:r>
                      <a:r>
                        <a:rPr b="1" lang="en-GB" sz="1100"/>
                        <a:t>error rate limit</a:t>
                      </a:r>
                      <a:r>
                        <a:rPr lang="en-GB" sz="1100"/>
                        <a:t> (0.0–1.0) that trips the breaker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sampleSize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Minimum # of requests</a:t>
                      </a:r>
                      <a:r>
                        <a:rPr lang="en-GB" sz="1100"/>
                        <a:t> in the 10s rolling window before breaker can trip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coolDownPeriod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How long (in seconds) the breaker remains </a:t>
                      </a:r>
                      <a:r>
                        <a:rPr b="1" lang="en-GB" sz="1100"/>
                        <a:t>open</a:t>
                      </a:r>
                      <a:r>
                        <a:rPr lang="en-GB" sz="1100"/>
                        <a:t> once tripped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halfOpenStateEnabled</a:t>
                      </a:r>
                      <a:endParaRPr sz="1100">
                        <a:solidFill>
                          <a:schemeClr val="dk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Enables </a:t>
                      </a:r>
                      <a:r>
                        <a:rPr b="1" lang="en-GB" sz="1100"/>
                        <a:t>probing mode</a:t>
                      </a:r>
                      <a:r>
                        <a:rPr lang="en-GB" sz="1100"/>
                        <a:t> to restore service before cooldown ends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415200" y="1154200"/>
            <a:ext cx="77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20000" y="157075"/>
            <a:ext cx="7858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Example – Full Tyk OAS API Definition</a:t>
            </a:r>
            <a:endParaRPr b="1" sz="2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27925" y="652050"/>
            <a:ext cx="6751500" cy="4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"paths":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"/status/200":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"get":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"operationId": "status/200get"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"x-tyk-api-gateway":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"middleware":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"operations":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"status/200get":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"circuitBreaker":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"enabled": true,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"threshold": 0.5,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"sampleSize": 10,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"coolDownPeriod": 60,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"halfOpenStateEnabled": true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1415550" y="1625100"/>
            <a:ext cx="63129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Demo:</a:t>
            </a:r>
            <a:endParaRPr b="1" sz="37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Configuring Circuit Breaker on Tyk Dashboard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