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Inter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Inter-italic.fntdata"/><Relationship Id="rId10" Type="http://schemas.openxmlformats.org/officeDocument/2006/relationships/font" Target="fonts/Inter-bold.fntdata"/><Relationship Id="rId12" Type="http://schemas.openxmlformats.org/officeDocument/2006/relationships/font" Target="fonts/Inter-boldItalic.fntdata"/><Relationship Id="rId9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fdffe0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fdffe0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"GraphQL is incredibly powerful and flexible, allowing clients to request exactly the data they need. However, this flexibility comes with a risk — even with a simple schema, clients can craft deeply nested queries or request large amounts of data in a single operation.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Such complex or resource-heavy queries can put significant strain on your upstream services, leading to slow response times, increased server load, and potentially downtime.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 prevent this, GraphQL complexity limiting is a vital safeguard. It helps us define thresholds for query depth and resource usage, effectively protecting our backend from expensive or malicious queries.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By enforcing complexity limits, we ensure our API remains responsive and stable for all users, while still giving clients the flexibility they need.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the next section, we’ll explore how Tyk Universal Data Graph lets you set and enforce these complexity limits easily."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dffe078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dffe078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fdffe078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fdffe078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protect your GraphQL API from overly complex or expensive queries, you can </a:t>
            </a:r>
            <a:r>
              <a:rPr b="1" lang="en-GB">
                <a:solidFill>
                  <a:schemeClr val="dk1"/>
                </a:solidFill>
              </a:rPr>
              <a:t>limit the query depth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helps prevent performance issues and potential abuse.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You can set a </a:t>
            </a:r>
            <a:r>
              <a:rPr b="1" lang="en-GB">
                <a:solidFill>
                  <a:schemeClr val="dk1"/>
                </a:solidFill>
              </a:rPr>
              <a:t>maximum query depth</a:t>
            </a:r>
            <a:r>
              <a:rPr lang="en-GB">
                <a:solidFill>
                  <a:schemeClr val="dk1"/>
                </a:solidFill>
              </a:rPr>
              <a:t> in two places: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At the Policy level</a:t>
            </a:r>
            <a:r>
              <a:rPr lang="en-GB">
                <a:solidFill>
                  <a:schemeClr val="dk1"/>
                </a:solidFill>
              </a:rPr>
              <a:t>, which applies to all keys associated with that policy.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Or </a:t>
            </a:r>
            <a:r>
              <a:rPr b="1" lang="en-GB">
                <a:solidFill>
                  <a:schemeClr val="dk1"/>
                </a:solidFill>
              </a:rPr>
              <a:t>at the individual API Key level</a:t>
            </a:r>
            <a:r>
              <a:rPr lang="en-GB">
                <a:solidFill>
                  <a:schemeClr val="dk1"/>
                </a:solidFill>
              </a:rPr>
              <a:t>, for more granular control.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Setting these limits ensures your API stays performant and secure by restricting how deeply clients can nest their queries.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20000" y="1154200"/>
            <a:ext cx="3735000" cy="1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GraphQL Complexity Limiting</a:t>
            </a:r>
            <a:endParaRPr b="1"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Even with a simple schema, deeply nested or resource-heavy operations can overload your upstream services.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20000" y="309475"/>
            <a:ext cx="4229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Complexity Limiting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694875" y="1241525"/>
            <a:ext cx="4229700" cy="28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Query 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continents: [Continent!]!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Continent 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String!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countries: [Country!]!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Country 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name: String!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continent: Continent!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720000" y="1154200"/>
            <a:ext cx="7929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Deeply Nested Query Example</a:t>
            </a:r>
            <a:endParaRPr sz="11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" name="Google Shape;64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720000" y="309475"/>
            <a:ext cx="4229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Complexity Limiting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" name="Google Shape;67;p14" title="Screenshot 2025-05-21 at 11.21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000" y="1539100"/>
            <a:ext cx="2099223" cy="31488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3609850" y="1563050"/>
            <a:ext cx="47724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query is valid, but heavily recursive and can stress your backend.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720000" y="2068600"/>
            <a:ext cx="2138700" cy="26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Query Depth = 2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continents {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  name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" name="Google Shape;74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720000" y="309475"/>
            <a:ext cx="4229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Complexity Limiting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900100" y="2068600"/>
            <a:ext cx="2138700" cy="3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Query Depth = 3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continents {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  countries {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    name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795700" y="1230400"/>
            <a:ext cx="24879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When Depth Limit is Exceeded:</a:t>
            </a:r>
            <a:endParaRPr b="1"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Tyk will block the query and respond with:</a:t>
            </a:r>
            <a:endParaRPr b="1"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  "error": "depth limit exceeded"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3031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847350" y="897250"/>
            <a:ext cx="7449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Limit query depth by setting a max depth in: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Policy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 Individual Key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