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Open Sans SemiBold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font" Target="fonts/Inter-regular.fntdata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OpenSansSemiBold-regular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SemiBold-italic.fntdata"/><Relationship Id="rId6" Type="http://schemas.openxmlformats.org/officeDocument/2006/relationships/slide" Target="slides/slide1.xml"/><Relationship Id="rId18" Type="http://schemas.openxmlformats.org/officeDocument/2006/relationships/font" Target="fonts/OpenSa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a13fbd8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a13fbd8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a13fbd82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a13fbd82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a13fbd82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a13fbd82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a13fbd82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a13fbd82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a13fbd82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a13fbd82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a13fbd82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a13fbd82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53" name="Google Shape;53;p13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ank" showMasterSp="0">
  <p:cSld name="Light Blank">
    <p:bg>
      <p:bgPr>
        <a:solidFill>
          <a:srgbClr val="F7F9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RGB-Transparent1-WEB.png" id="57" name="Google Shape;57;p14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739188" y="4762500"/>
            <a:ext cx="162600" cy="160200"/>
          </a:xfrm>
          <a:prstGeom prst="rect">
            <a:avLst/>
          </a:prstGeom>
          <a:noFill/>
          <a:ln>
            <a:noFill/>
          </a:ln>
          <a:effectLst>
            <a:outerShdw blurRad="381000" rotWithShape="0">
              <a:srgbClr val="000000">
                <a:alpha val="29409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b="0" sz="900">
              <a:solidFill>
                <a:srgbClr val="7A79A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376425" y="962175"/>
            <a:ext cx="8425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API </a:t>
            </a: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Security with Tyk: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Request Quotas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738950" y="2246175"/>
            <a:ext cx="5679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Learn how request quotas in Tyk limit the total number of API calls a user or client can make over a defined time period (e.g., daily, monthly). This helps enforce usage plans, prevent abuse, and manage resource consumption fairly.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Quotas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500550" y="1140600"/>
            <a:ext cx="8520600" cy="3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quota provides a limit of the number of requests an API client can make: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Similar to a rate limit, but over a longer term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Defined as a number of requests over a specific period of time, based on a selection of predefined durations: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 hour, 6 hours, 12 hours, 24 hours, 1 week, 1 month, 6 months, 12 months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Once the quota is depleted, requests will be blocked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E1E1E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Quota Configuration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500550" y="1140600"/>
            <a:ext cx="8520600" cy="3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Quotas are configured on a Key or Policy via these properties: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quota_max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is the amount of quota initially provided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quota_renewal_rate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is used to calculate the epoch after which the quota can be reset to the maximum value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Policies can define separate quotas for each API they grant access to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Key will track the quota state via these properties: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quota_remaining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is the amount of quota remaining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quota_renews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is the epoch after which the quota can be renewed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Quota Enforcement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500550" y="1140600"/>
            <a:ext cx="8520600" cy="3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Quota calculation is based on the amount of quota remaining: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the quota remaining is zero, the request is blocked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Otherwise, the remaining quota is reduced by 1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clients which have no quota remaining receive this response: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HTTP status code: 403 Forbidden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Body: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quota exceeded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Tyk ‘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quota exceeded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’ system event is triggered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a quota renewal value is set to -1 then no quota is enforced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Quota Renewal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500550" y="1140600"/>
            <a:ext cx="8520600" cy="3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Quotas are renewed on the first request after the quota renewal epoch: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quota remaining is reset to the original quota value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new quota renewal epoch is calculated as the current time of the request plus the quota period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 the new epoch is calculated using the time of the request which triggers the renewal, the quota ‘window’ will move forward at each renewal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Quota Headers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500550" y="1140600"/>
            <a:ext cx="8520600" cy="3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 requests subject to a quota, the Gateway will return headers in the response which provide the current status of the quota: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X-Ratelimit-Limit: The original quota amount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X-Ratelimit-Remaining: The current quota remaining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X-Ratelimit-Reset: The epoch from which the quota can renew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These headers are not returned when a request is blocked due to exceeding the quota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720000" y="157075"/>
            <a:ext cx="7023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Quota Example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175" y="842825"/>
            <a:ext cx="6610002" cy="430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