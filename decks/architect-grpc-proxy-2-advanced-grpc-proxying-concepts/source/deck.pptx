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Inter Light"/>
      <p:regular r:id="rId9"/>
      <p:bold r:id="rId10"/>
      <p:italic r:id="rId11"/>
      <p:boldItalic r:id="rId12"/>
    </p:embeddedFont>
    <p:embeddedFont>
      <p:font typeface="Inter"/>
      <p:regular r:id="rId13"/>
      <p:bold r:id="rId14"/>
      <p:italic r:id="rId15"/>
      <p:boldItalic r:id="rId16"/>
    </p:embeddedFon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  <p15:guide id="2" orient="horz" pos="454">
          <p15:clr>
            <a:srgbClr val="747775"/>
          </p15:clr>
        </p15:guide>
        <p15:guide id="3" pos="454">
          <p15:clr>
            <a:srgbClr val="747775"/>
          </p15:clr>
        </p15:guide>
        <p15:guide id="4" pos="5329">
          <p15:clr>
            <a:srgbClr val="747775"/>
          </p15:clr>
        </p15:guide>
        <p15:guide id="5" orient="horz" pos="278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454" orient="horz"/>
        <p:guide pos="454"/>
        <p:guide pos="5329"/>
        <p:guide pos="278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font" Target="fonts/InterLight-italic.fntdata"/><Relationship Id="rId10" Type="http://schemas.openxmlformats.org/officeDocument/2006/relationships/font" Target="fonts/InterLight-bold.fntdata"/><Relationship Id="rId13" Type="http://schemas.openxmlformats.org/officeDocument/2006/relationships/font" Target="fonts/Inter-regular.fntdata"/><Relationship Id="rId12" Type="http://schemas.openxmlformats.org/officeDocument/2006/relationships/font" Target="fonts/Inter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Light-regular.fntdata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7" Type="http://schemas.openxmlformats.org/officeDocument/2006/relationships/font" Target="fonts/RobotoMono-regular.fntdata"/><Relationship Id="rId16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61282fca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61282fca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1282fca9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1282fca9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"Let’s now talk about securing your gRPC APIs.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Tyk supports secure gRPC proxying via </a:t>
            </a:r>
            <a:r>
              <a:rPr b="1" lang="en-GB">
                <a:solidFill>
                  <a:schemeClr val="dk1"/>
                </a:solidFill>
              </a:rPr>
              <a:t>HTTPS</a:t>
            </a:r>
            <a:r>
              <a:rPr lang="en-GB">
                <a:solidFill>
                  <a:schemeClr val="dk1"/>
                </a:solidFill>
              </a:rPr>
              <a:t>. All you need to do is attach a TLS certificate to your API definition—just like you would for any other REST API in Tyk.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Once the certificate is in place, clients can access the gRPC service securely over HTTPS."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"Now, there are also cases where TLS is not needed—for example, internal service-to-service communication.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For those cases, Tyk supports h2c, or HTTP/2 Cleartext. This is essentially gRPC without encryption.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To use this, just point your API’s target_url to a URL with the h2c:// prefix.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is handy for non-production setups or environments where TLS is handled by a different layer."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15d3372c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15d3372c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"Tyk also supports </a:t>
            </a:r>
            <a:r>
              <a:rPr b="1" lang="en-GB">
                <a:solidFill>
                  <a:schemeClr val="dk1"/>
                </a:solidFill>
              </a:rPr>
              <a:t>all types of gRPC streaming</a:t>
            </a:r>
            <a:r>
              <a:rPr lang="en-GB">
                <a:solidFill>
                  <a:schemeClr val="dk1"/>
                </a:solidFill>
              </a:rPr>
              <a:t>—including client-side, server-side, and bidirectional streams.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One important tuning parameter here is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flush_interval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This controls how quickly Tyk forwards upstream responses to the client.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For streaming to work smoothly, set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flush_interval</a:t>
            </a:r>
            <a:r>
              <a:rPr lang="en-GB">
                <a:solidFill>
                  <a:schemeClr val="dk1"/>
                </a:solidFill>
              </a:rPr>
              <a:t> to a very low value—</a:t>
            </a:r>
            <a:r>
              <a:rPr b="1" lang="en-GB">
                <a:solidFill>
                  <a:schemeClr val="dk1"/>
                </a:solidFill>
              </a:rPr>
              <a:t>we recommend 1 millisecond</a:t>
            </a:r>
            <a:r>
              <a:rPr lang="en-GB">
                <a:solidFill>
                  <a:schemeClr val="dk1"/>
                </a:solidFill>
              </a:rPr>
              <a:t>—so Tyk can forward data in real time without buffering delays."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/>
        </p:nvSpPr>
        <p:spPr>
          <a:xfrm>
            <a:off x="1415550" y="1909950"/>
            <a:ext cx="63129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Advanced gRPC Proxying Concepts</a:t>
            </a:r>
            <a:endParaRPr b="1" sz="3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Google Shape;54;p13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415200" y="925600"/>
            <a:ext cx="7738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720000" y="233275"/>
            <a:ext cx="785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Secure and Insecure gRPC Proxy</a:t>
            </a:r>
            <a:endParaRPr b="1" sz="33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863625" y="1125700"/>
            <a:ext cx="7738200" cy="42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Secure gRPC Proxy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TLS with gRPC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Attach a certificate to the API in Tyk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gRPC service will then be available via HTTPS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Insecure gRPC Proxy (h2c)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h2c (HTTP/2 Cleartext)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Useful for service-to-service traffic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 target_url to h2c://my-grpc-service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TLS required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415200" y="925600"/>
            <a:ext cx="7738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720000" y="233275"/>
            <a:ext cx="785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Streaming Support in gRPC</a:t>
            </a:r>
            <a:endParaRPr b="1" sz="33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863625" y="1125700"/>
            <a:ext cx="7738200" cy="42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Tyk supports: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Client Streaming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Server Streaming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Bidirectional Streaming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flush_interval = 1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(ms) in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tyk.conf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"http_server_options":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"flush_interval": 1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3031C"/>
      </a:dk1>
      <a:lt1>
        <a:srgbClr val="FFFFFF"/>
      </a:lt1>
      <a:dk2>
        <a:srgbClr val="8438FA"/>
      </a:dk2>
      <a:lt2>
        <a:srgbClr val="5900CB"/>
      </a:lt2>
      <a:accent1>
        <a:srgbClr val="FFC743"/>
      </a:accent1>
      <a:accent2>
        <a:srgbClr val="FFF500"/>
      </a:accent2>
      <a:accent3>
        <a:srgbClr val="20EDBA"/>
      </a:accent3>
      <a:accent4>
        <a:srgbClr val="00A3A0"/>
      </a:accent4>
      <a:accent5>
        <a:srgbClr val="BB11FF"/>
      </a:accent5>
      <a:accent6>
        <a:srgbClr val="EA26A9"/>
      </a:accent6>
      <a:hlink>
        <a:srgbClr val="E3CE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