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776150-76F8-46B0-8301-7A41E2099041}">
  <a:tblStyle styleId="{7B776150-76F8-46B0-8301-7A41E20990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font" Target="fonts/InterLight-italic.fntdata"/><Relationship Id="rId10" Type="http://schemas.openxmlformats.org/officeDocument/2006/relationships/font" Target="fonts/InterLight-bold.fntdata"/><Relationship Id="rId13" Type="http://schemas.openxmlformats.org/officeDocument/2006/relationships/font" Target="fonts/Inter-regular.fntdata"/><Relationship Id="rId12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InterLight-regular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11dd162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11dd162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1dd162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1dd162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While Tyk’s circuit breaker automatically manages traffic flow to protect your systems, it’s just as important to know </a:t>
            </a:r>
            <a:r>
              <a:rPr b="1" lang="en-GB">
                <a:solidFill>
                  <a:schemeClr val="dk1"/>
                </a:solidFill>
              </a:rPr>
              <a:t>when a problem has occurred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when it’s safe to resume traffic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That’s where Tyk’s </a:t>
            </a:r>
            <a:r>
              <a:rPr b="1" lang="en-GB">
                <a:solidFill>
                  <a:schemeClr val="dk1"/>
                </a:solidFill>
              </a:rPr>
              <a:t>event system</a:t>
            </a:r>
            <a:r>
              <a:rPr lang="en-GB">
                <a:solidFill>
                  <a:schemeClr val="dk1"/>
                </a:solidFill>
              </a:rPr>
              <a:t> comes in. You can hook into these events to send alerts, trigger log entries, or even activate external automation workflows.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There are three key events: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BreakerTripped</a:t>
            </a:r>
            <a:r>
              <a:rPr lang="en-GB">
                <a:solidFill>
                  <a:schemeClr val="dk1"/>
                </a:solidFill>
              </a:rPr>
              <a:t> is sent when the breaker opens due to too many upstream failures.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BreakerReset</a:t>
            </a:r>
            <a:r>
              <a:rPr lang="en-GB">
                <a:solidFill>
                  <a:schemeClr val="dk1"/>
                </a:solidFill>
              </a:rPr>
              <a:t> is fired when the breaker closes, either after a cooldown or when half-open probing succeeds.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BreakerTriggered</a:t>
            </a:r>
            <a:r>
              <a:rPr lang="en-GB">
                <a:solidFill>
                  <a:schemeClr val="dk1"/>
                </a:solidFill>
              </a:rPr>
              <a:t> is a </a:t>
            </a:r>
            <a:r>
              <a:rPr b="1" lang="en-GB">
                <a:solidFill>
                  <a:schemeClr val="dk1"/>
                </a:solidFill>
              </a:rPr>
              <a:t>generic catch-all</a:t>
            </a:r>
            <a:r>
              <a:rPr lang="en-GB">
                <a:solidFill>
                  <a:schemeClr val="dk1"/>
                </a:solidFill>
              </a:rPr>
              <a:t> for any state change, and it includes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CircuitEvent</a:t>
            </a:r>
            <a:r>
              <a:rPr lang="en-GB">
                <a:solidFill>
                  <a:schemeClr val="dk1"/>
                </a:solidFill>
              </a:rPr>
              <a:t> field where 0 means </a:t>
            </a:r>
            <a:r>
              <a:rPr b="1" lang="en-GB">
                <a:solidFill>
                  <a:schemeClr val="dk1"/>
                </a:solidFill>
              </a:rPr>
              <a:t>tripped</a:t>
            </a:r>
            <a:r>
              <a:rPr lang="en-GB">
                <a:solidFill>
                  <a:schemeClr val="dk1"/>
                </a:solidFill>
              </a:rPr>
              <a:t> and 1 means </a:t>
            </a:r>
            <a:r>
              <a:rPr b="1" lang="en-GB">
                <a:solidFill>
                  <a:schemeClr val="dk1"/>
                </a:solidFill>
              </a:rPr>
              <a:t>reset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These hooks are especially useful for integrating with </a:t>
            </a:r>
            <a:r>
              <a:rPr b="1" lang="en-GB">
                <a:solidFill>
                  <a:schemeClr val="dk1"/>
                </a:solidFill>
              </a:rPr>
              <a:t>incident management tools</a:t>
            </a:r>
            <a:r>
              <a:rPr lang="en-GB">
                <a:solidFill>
                  <a:schemeClr val="dk1"/>
                </a:solidFill>
              </a:rPr>
              <a:t> like PagerDuty or even Slack alerts, so your team can act quickly on any service degradation.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926900" y="1909950"/>
            <a:ext cx="529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Circuit Breaker Events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1154200"/>
            <a:ext cx="77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157075"/>
            <a:ext cx="785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Circuit Breaker Events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{7B776150-76F8-46B0-8301-7A41E2099041}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Event 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When It Triggers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Webhook Field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BreakerTripped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When breaker moves from </a:t>
                      </a:r>
                      <a:r>
                        <a:rPr b="1" lang="en-GB" sz="1100"/>
                        <a:t>Closed → Open</a:t>
                      </a:r>
                      <a:r>
                        <a:rPr lang="en-GB" sz="1100"/>
                        <a:t> due to failure threshold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CircuitEvent = 0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BreakerReset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When breaker moves from </a:t>
                      </a:r>
                      <a:r>
                        <a:rPr b="1" lang="en-GB" sz="1100"/>
                        <a:t>Open → Closed</a:t>
                      </a:r>
                      <a:r>
                        <a:rPr lang="en-GB" sz="1100"/>
                        <a:t>, either: 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• After cooldown 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• Or via half-open probe success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CircuitEvent = 1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BreakerTriggered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Generic event on </a:t>
                      </a:r>
                      <a:r>
                        <a:rPr b="1" lang="en-GB" sz="1100"/>
                        <a:t>any state change</a:t>
                      </a:r>
                      <a:r>
                        <a:rPr lang="en-GB" sz="1100"/>
                        <a:t> (tripped or reset)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Use </a:t>
                      </a:r>
                      <a:r>
                        <a:rPr lang="en-GB" sz="1100">
                          <a:solidFill>
                            <a:srgbClr val="8438F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Status</a:t>
                      </a:r>
                      <a:r>
                        <a:rPr lang="en-GB" sz="1100"/>
                        <a:t> field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" name="Google Shape;65;p14"/>
          <p:cNvSpPr txBox="1"/>
          <p:nvPr/>
        </p:nvSpPr>
        <p:spPr>
          <a:xfrm>
            <a:off x="974175" y="3628450"/>
            <a:ext cx="67131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Integrate with alerting systems (e.g., Slack, PagerDuty, Opsgenie)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Log circuit state changes for diagnostics and uptime audits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 fallback behavior in other services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